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1" r:id="rId9"/>
    <p:sldId id="262" r:id="rId10"/>
    <p:sldId id="263" r:id="rId11"/>
    <p:sldId id="264" r:id="rId12"/>
    <p:sldId id="265" r:id="rId13"/>
    <p:sldId id="266" r:id="rId14"/>
    <p:sldId id="267" r:id="rId15"/>
    <p:sldId id="257" r:id="rId16"/>
    <p:sldId id="268" r:id="rId17"/>
    <p:sldId id="269" r:id="rId18"/>
    <p:sldId id="270" r:id="rId19"/>
    <p:sldId id="271" r:id="rId20"/>
    <p:sldId id="274" r:id="rId21"/>
    <p:sldId id="273"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3AFB"/>
    <a:srgbClr val="00FF97"/>
    <a:srgbClr val="FF5F3A"/>
    <a:srgbClr val="FF1EF7"/>
    <a:srgbClr val="FFFFFF"/>
    <a:srgbClr val="809D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02420-A846-AF0A-494D-5883901C96A9}" v="6" dt="2025-09-02T07:08:43.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3" autoAdjust="0"/>
    <p:restoredTop sz="94673" autoAdjust="0"/>
  </p:normalViewPr>
  <p:slideViewPr>
    <p:cSldViewPr snapToGrid="0">
      <p:cViewPr varScale="1">
        <p:scale>
          <a:sx n="100" d="100"/>
          <a:sy n="100" d="100"/>
        </p:scale>
        <p:origin x="126" y="18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ance Vaugier" userId="S::garance1.vaugier@epitech.eu::b5a77d46-7d7e-4b20-8aa1-352e9163276d" providerId="AD" clId="Web-{90302420-A846-AF0A-494D-5883901C96A9}"/>
    <pc:docChg chg="modSld">
      <pc:chgData name="Garance Vaugier" userId="S::garance1.vaugier@epitech.eu::b5a77d46-7d7e-4b20-8aa1-352e9163276d" providerId="AD" clId="Web-{90302420-A846-AF0A-494D-5883901C96A9}" dt="2025-09-02T07:08:43.035" v="4"/>
      <pc:docMkLst>
        <pc:docMk/>
      </pc:docMkLst>
      <pc:sldChg chg="addSp delSp modSp mod setBg">
        <pc:chgData name="Garance Vaugier" userId="S::garance1.vaugier@epitech.eu::b5a77d46-7d7e-4b20-8aa1-352e9163276d" providerId="AD" clId="Web-{90302420-A846-AF0A-494D-5883901C96A9}" dt="2025-09-02T07:08:43.035" v="4"/>
        <pc:sldMkLst>
          <pc:docMk/>
          <pc:sldMk cId="2693611221" sldId="256"/>
        </pc:sldMkLst>
        <pc:spChg chg="add del mod">
          <ac:chgData name="Garance Vaugier" userId="S::garance1.vaugier@epitech.eu::b5a77d46-7d7e-4b20-8aa1-352e9163276d" providerId="AD" clId="Web-{90302420-A846-AF0A-494D-5883901C96A9}" dt="2025-09-02T07:08:43.035" v="4"/>
          <ac:spMkLst>
            <pc:docMk/>
            <pc:sldMk cId="2693611221" sldId="256"/>
            <ac:spMk id="4" creationId="{B8E7695B-ED7B-13EC-29F8-82AC776F2781}"/>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AC3FA9-8E3A-0750-7B1E-02A44BA30071}"/>
              </a:ext>
            </a:extLst>
          </p:cNvPr>
          <p:cNvSpPr>
            <a:spLocks noGrp="1"/>
          </p:cNvSpPr>
          <p:nvPr>
            <p:ph type="ctrTitle" hasCustomPrompt="1"/>
          </p:nvPr>
        </p:nvSpPr>
        <p:spPr>
          <a:xfrm>
            <a:off x="381917" y="3604251"/>
            <a:ext cx="11453526" cy="1618839"/>
          </a:xfrm>
        </p:spPr>
        <p:txBody>
          <a:bodyPr anchor="b">
            <a:noAutofit/>
          </a:bodyPr>
          <a:lstStyle>
            <a:lvl1pPr algn="l">
              <a:defRPr sz="8600">
                <a:solidFill>
                  <a:schemeClr val="bg1"/>
                </a:solidFill>
                <a:latin typeface="Anton" pitchFamily="2" charset="0"/>
              </a:defRPr>
            </a:lvl1pPr>
          </a:lstStyle>
          <a:p>
            <a:r>
              <a:rPr lang="fr-FR" dirty="0"/>
              <a:t>TITRE-86</a:t>
            </a:r>
            <a:r>
              <a:rPr lang="fr" sz="8600" dirty="0">
                <a:solidFill>
                  <a:srgbClr val="FF5F3A"/>
                </a:solidFill>
                <a:latin typeface="Anton"/>
                <a:ea typeface="Anton"/>
                <a:cs typeface="Anton"/>
                <a:sym typeface="Anton"/>
              </a:rPr>
              <a:t>_</a:t>
            </a:r>
            <a:endParaRPr lang="fr-FR" dirty="0"/>
          </a:p>
        </p:txBody>
      </p:sp>
      <p:sp>
        <p:nvSpPr>
          <p:cNvPr id="3" name="Sous-titre 2">
            <a:extLst>
              <a:ext uri="{FF2B5EF4-FFF2-40B4-BE49-F238E27FC236}">
                <a16:creationId xmlns:a16="http://schemas.microsoft.com/office/drawing/2014/main" id="{D5213607-63AF-1A5B-C33B-2228AAFEFAD1}"/>
              </a:ext>
            </a:extLst>
          </p:cNvPr>
          <p:cNvSpPr>
            <a:spLocks noGrp="1"/>
          </p:cNvSpPr>
          <p:nvPr>
            <p:ph type="subTitle" idx="1" hasCustomPrompt="1"/>
          </p:nvPr>
        </p:nvSpPr>
        <p:spPr>
          <a:xfrm>
            <a:off x="381916" y="5396332"/>
            <a:ext cx="11453526" cy="1295450"/>
          </a:xfrm>
        </p:spPr>
        <p:txBody>
          <a:bodyPr>
            <a:normAutofit/>
          </a:bodyPr>
          <a:lstStyle>
            <a:lvl1pPr marL="0" indent="0" algn="l" rtl="0">
              <a:spcBef>
                <a:spcPts val="0"/>
              </a:spcBef>
              <a:spcAft>
                <a:spcPts val="0"/>
              </a:spcAft>
              <a:buNone/>
              <a:defRPr sz="280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rtl="0">
              <a:spcBef>
                <a:spcPts val="0"/>
              </a:spcBef>
              <a:spcAft>
                <a:spcPts val="0"/>
              </a:spcAft>
              <a:buNone/>
            </a:pPr>
            <a:r>
              <a:rPr lang="fr-FR" dirty="0">
                <a:solidFill>
                  <a:schemeClr val="lt1"/>
                </a:solidFill>
                <a:latin typeface="IBM Plex Sans"/>
                <a:ea typeface="IBM Plex Sans"/>
                <a:cs typeface="IBM Plex Sans"/>
                <a:sym typeface="IBM Plex Sans"/>
              </a:rPr>
              <a:t>&lt;Sous-titre optionnel - 28&gt;</a:t>
            </a:r>
          </a:p>
        </p:txBody>
      </p:sp>
      <p:pic>
        <p:nvPicPr>
          <p:cNvPr id="7" name="Google Shape;56;p13" title="logo-blanc.png">
            <a:extLst>
              <a:ext uri="{FF2B5EF4-FFF2-40B4-BE49-F238E27FC236}">
                <a16:creationId xmlns:a16="http://schemas.microsoft.com/office/drawing/2014/main" id="{4238B07E-B530-9769-2D8A-50C4E29D8494}"/>
              </a:ext>
            </a:extLst>
          </p:cNvPr>
          <p:cNvPicPr preferRelativeResize="0"/>
          <p:nvPr userDrawn="1"/>
        </p:nvPicPr>
        <p:blipFill>
          <a:blip r:embed="rId2" cstate="hqprint">
            <a:alphaModFix/>
            <a:extLst>
              <a:ext uri="{28A0092B-C50C-407E-A947-70E740481C1C}">
                <a14:useLocalDpi xmlns:a14="http://schemas.microsoft.com/office/drawing/2010/main"/>
              </a:ext>
            </a:extLst>
          </a:blip>
          <a:stretch>
            <a:fillRect/>
          </a:stretch>
        </p:blipFill>
        <p:spPr>
          <a:xfrm>
            <a:off x="381917" y="387811"/>
            <a:ext cx="2292276" cy="553950"/>
          </a:xfrm>
          <a:prstGeom prst="rect">
            <a:avLst/>
          </a:prstGeom>
          <a:noFill/>
          <a:ln>
            <a:noFill/>
          </a:ln>
        </p:spPr>
      </p:pic>
      <p:sp>
        <p:nvSpPr>
          <p:cNvPr id="8" name="Google Shape;57;p13">
            <a:extLst>
              <a:ext uri="{FF2B5EF4-FFF2-40B4-BE49-F238E27FC236}">
                <a16:creationId xmlns:a16="http://schemas.microsoft.com/office/drawing/2014/main" id="{EA1DF6B1-77F1-D612-6EDF-7EE8E9767F8D}"/>
              </a:ext>
            </a:extLst>
          </p:cNvPr>
          <p:cNvSpPr/>
          <p:nvPr userDrawn="1"/>
        </p:nvSpPr>
        <p:spPr>
          <a:xfrm rot="10800000">
            <a:off x="6964392" y="1742536"/>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58;p13">
            <a:extLst>
              <a:ext uri="{FF2B5EF4-FFF2-40B4-BE49-F238E27FC236}">
                <a16:creationId xmlns:a16="http://schemas.microsoft.com/office/drawing/2014/main" id="{C4BBCAB1-E76B-BD46-DED0-12BA74A62E5E}"/>
              </a:ext>
            </a:extLst>
          </p:cNvPr>
          <p:cNvSpPr/>
          <p:nvPr userDrawn="1"/>
        </p:nvSpPr>
        <p:spPr>
          <a:xfrm rot="10800000">
            <a:off x="8706928" y="0"/>
            <a:ext cx="3485072"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3164422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e de titre de section">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DA77CA-512C-3DD7-C867-95C077B74177}"/>
              </a:ext>
            </a:extLst>
          </p:cNvPr>
          <p:cNvSpPr>
            <a:spLocks noGrp="1"/>
          </p:cNvSpPr>
          <p:nvPr>
            <p:ph type="title" hasCustomPrompt="1"/>
          </p:nvPr>
        </p:nvSpPr>
        <p:spPr>
          <a:xfrm>
            <a:off x="2078965" y="365125"/>
            <a:ext cx="9274833" cy="1325563"/>
          </a:xfrm>
        </p:spPr>
        <p:txBody>
          <a:bodyPr>
            <a:noAutofit/>
          </a:bodyPr>
          <a:lstStyle>
            <a:lvl1pPr>
              <a:defRPr sz="8600">
                <a:solidFill>
                  <a:srgbClr val="FFFFFF"/>
                </a:solidFill>
                <a:latin typeface="Anton" pitchFamily="2" charset="0"/>
              </a:defRPr>
            </a:lvl1pPr>
          </a:lstStyle>
          <a:p>
            <a:r>
              <a:rPr lang="fr-FR" dirty="0"/>
              <a:t>TITRE_</a:t>
            </a:r>
          </a:p>
        </p:txBody>
      </p:sp>
      <p:sp>
        <p:nvSpPr>
          <p:cNvPr id="6" name="Espace réservé du numéro de diapositive 5">
            <a:extLst>
              <a:ext uri="{FF2B5EF4-FFF2-40B4-BE49-F238E27FC236}">
                <a16:creationId xmlns:a16="http://schemas.microsoft.com/office/drawing/2014/main" id="{FEEBB26D-D71A-CC8C-BA36-3B80C08915FF}"/>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chemeClr val="bg1"/>
                </a:solidFill>
                <a:latin typeface="IBM Plex Sans" panose="020B0503050203000203" pitchFamily="34" charset="0"/>
              </a:rPr>
              <a:t>&lt;</a:t>
            </a:r>
            <a:fld id="{FC5F32F1-593F-4499-ABC1-06509EC27309}" type="slidenum">
              <a:rPr lang="fr-FR" sz="1500" smtClean="0">
                <a:solidFill>
                  <a:schemeClr val="bg1"/>
                </a:solidFill>
                <a:latin typeface="IBM Plex Sans" panose="020B0503050203000203" pitchFamily="34" charset="0"/>
              </a:rPr>
              <a:pPr/>
              <a:t>‹#›</a:t>
            </a:fld>
            <a:r>
              <a:rPr lang="fr-FR" sz="1500" dirty="0">
                <a:solidFill>
                  <a:schemeClr val="bg1"/>
                </a:solidFill>
                <a:latin typeface="IBM Plex Sans" panose="020B0503050203000203" pitchFamily="34" charset="0"/>
              </a:rPr>
              <a:t>&gt;</a:t>
            </a:r>
          </a:p>
        </p:txBody>
      </p:sp>
      <p:sp>
        <p:nvSpPr>
          <p:cNvPr id="7" name="Google Shape;58;p13">
            <a:extLst>
              <a:ext uri="{FF2B5EF4-FFF2-40B4-BE49-F238E27FC236}">
                <a16:creationId xmlns:a16="http://schemas.microsoft.com/office/drawing/2014/main" id="{59066ADC-F748-3E27-F3B4-5BF24F2D6673}"/>
              </a:ext>
            </a:extLst>
          </p:cNvPr>
          <p:cNvSpPr/>
          <p:nvPr userDrawn="1"/>
        </p:nvSpPr>
        <p:spPr>
          <a:xfrm rot="16200000">
            <a:off x="-871268" y="871268"/>
            <a:ext cx="3485072"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8" name="Google Shape;57;p13">
            <a:extLst>
              <a:ext uri="{FF2B5EF4-FFF2-40B4-BE49-F238E27FC236}">
                <a16:creationId xmlns:a16="http://schemas.microsoft.com/office/drawing/2014/main" id="{D8F25456-C9E1-1128-C344-7237A80FC055}"/>
              </a:ext>
            </a:extLst>
          </p:cNvPr>
          <p:cNvSpPr/>
          <p:nvPr userDrawn="1"/>
        </p:nvSpPr>
        <p:spPr>
          <a:xfrm rot="10800000">
            <a:off x="1742537" y="3485073"/>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 name="Google Shape;75;p15" title="Fichier 3.png">
            <a:extLst>
              <a:ext uri="{FF2B5EF4-FFF2-40B4-BE49-F238E27FC236}">
                <a16:creationId xmlns:a16="http://schemas.microsoft.com/office/drawing/2014/main" id="{92BDEA94-DDCA-7E3C-2B68-3B83A12C34F3}"/>
              </a:ext>
            </a:extLst>
          </p:cNvPr>
          <p:cNvPicPr preferRelativeResize="0"/>
          <p:nvPr userDrawn="1"/>
        </p:nvPicPr>
        <p:blipFill>
          <a:blip r:embed="rId2" cstate="hqprint">
            <a:alphaModFix/>
            <a:extLst>
              <a:ext uri="{28A0092B-C50C-407E-A947-70E740481C1C}">
                <a14:useLocalDpi xmlns:a14="http://schemas.microsoft.com/office/drawing/2010/main"/>
              </a:ext>
            </a:extLst>
          </a:blip>
          <a:stretch>
            <a:fillRect/>
          </a:stretch>
        </p:blipFill>
        <p:spPr>
          <a:xfrm rot="5400000">
            <a:off x="9582770" y="3818083"/>
            <a:ext cx="2365949" cy="2363595"/>
          </a:xfrm>
          <a:prstGeom prst="rect">
            <a:avLst/>
          </a:prstGeom>
          <a:noFill/>
          <a:ln>
            <a:noFill/>
          </a:ln>
        </p:spPr>
      </p:pic>
      <p:sp>
        <p:nvSpPr>
          <p:cNvPr id="11" name="Espace réservé du texte 10">
            <a:extLst>
              <a:ext uri="{FF2B5EF4-FFF2-40B4-BE49-F238E27FC236}">
                <a16:creationId xmlns:a16="http://schemas.microsoft.com/office/drawing/2014/main" id="{62F43B31-5C61-63AF-F167-E648B0B5DD80}"/>
              </a:ext>
            </a:extLst>
          </p:cNvPr>
          <p:cNvSpPr>
            <a:spLocks noGrp="1"/>
          </p:cNvSpPr>
          <p:nvPr>
            <p:ph type="body" sz="quarter" idx="10" hasCustomPrompt="1"/>
          </p:nvPr>
        </p:nvSpPr>
        <p:spPr>
          <a:xfrm>
            <a:off x="172768" y="411162"/>
            <a:ext cx="1397000" cy="1325563"/>
          </a:xfrm>
        </p:spPr>
        <p:txBody>
          <a:bodyPr>
            <a:normAutofit/>
          </a:bodyPr>
          <a:lstStyle>
            <a:lvl1pPr marL="0" indent="0" algn="ctr">
              <a:buNone/>
              <a:defRPr sz="8600">
                <a:solidFill>
                  <a:srgbClr val="FFFFFF"/>
                </a:solidFill>
                <a:latin typeface="Anton" pitchFamily="2" charset="0"/>
              </a:defRPr>
            </a:lvl1pPr>
            <a:lvl2pPr>
              <a:defRPr>
                <a:solidFill>
                  <a:srgbClr val="FFFFFF"/>
                </a:solidFill>
                <a:latin typeface="Anton" pitchFamily="2" charset="0"/>
              </a:defRPr>
            </a:lvl2pPr>
            <a:lvl3pPr>
              <a:defRPr>
                <a:solidFill>
                  <a:srgbClr val="FFFFFF"/>
                </a:solidFill>
                <a:latin typeface="Anton" pitchFamily="2" charset="0"/>
              </a:defRPr>
            </a:lvl3pPr>
            <a:lvl4pPr>
              <a:defRPr>
                <a:solidFill>
                  <a:srgbClr val="FFFFFF"/>
                </a:solidFill>
                <a:latin typeface="Anton" pitchFamily="2" charset="0"/>
              </a:defRPr>
            </a:lvl4pPr>
            <a:lvl5pPr>
              <a:defRPr>
                <a:solidFill>
                  <a:srgbClr val="FFFFFF"/>
                </a:solidFill>
                <a:latin typeface="Anton" pitchFamily="2" charset="0"/>
              </a:defRPr>
            </a:lvl5pPr>
          </a:lstStyle>
          <a:p>
            <a:pPr lvl="0"/>
            <a:r>
              <a:rPr lang="fr-FR" dirty="0"/>
              <a:t>01</a:t>
            </a:r>
          </a:p>
        </p:txBody>
      </p:sp>
    </p:spTree>
    <p:extLst>
      <p:ext uri="{BB962C8B-B14F-4D97-AF65-F5344CB8AC3E}">
        <p14:creationId xmlns:p14="http://schemas.microsoft.com/office/powerpoint/2010/main" val="47570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sommai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8E234A-D78A-E798-FC75-AE72D7F152C6}"/>
              </a:ext>
            </a:extLst>
          </p:cNvPr>
          <p:cNvSpPr>
            <a:spLocks noGrp="1"/>
          </p:cNvSpPr>
          <p:nvPr>
            <p:ph type="title" hasCustomPrompt="1"/>
          </p:nvPr>
        </p:nvSpPr>
        <p:spPr>
          <a:xfrm>
            <a:off x="1380226" y="365125"/>
            <a:ext cx="8988725" cy="1325563"/>
          </a:xfrm>
        </p:spPr>
        <p:txBody>
          <a:bodyPr>
            <a:normAutofit/>
          </a:bodyPr>
          <a:lstStyle>
            <a:lvl1pPr>
              <a:defRPr sz="8600">
                <a:solidFill>
                  <a:srgbClr val="013AFB"/>
                </a:solidFill>
                <a:latin typeface="Anton" pitchFamily="2" charset="0"/>
              </a:defRPr>
            </a:lvl1pPr>
          </a:lstStyle>
          <a:p>
            <a:r>
              <a:rPr lang="fr-FR" dirty="0"/>
              <a:t>TITRE-86_</a:t>
            </a:r>
          </a:p>
        </p:txBody>
      </p:sp>
      <p:pic>
        <p:nvPicPr>
          <p:cNvPr id="6" name="Google Shape;65;p14" title="Icône 1.png">
            <a:extLst>
              <a:ext uri="{FF2B5EF4-FFF2-40B4-BE49-F238E27FC236}">
                <a16:creationId xmlns:a16="http://schemas.microsoft.com/office/drawing/2014/main" id="{E02AF032-06F6-ACA5-EC58-226FE03C945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l="10992" t="8600"/>
          <a:stretch/>
        </p:blipFill>
        <p:spPr>
          <a:xfrm>
            <a:off x="0" y="-1"/>
            <a:ext cx="1207698" cy="2209315"/>
          </a:xfrm>
          <a:prstGeom prst="rect">
            <a:avLst/>
          </a:prstGeom>
          <a:noFill/>
          <a:ln>
            <a:noFill/>
          </a:ln>
        </p:spPr>
      </p:pic>
      <p:sp>
        <p:nvSpPr>
          <p:cNvPr id="7" name="Google Shape;57;p13">
            <a:extLst>
              <a:ext uri="{FF2B5EF4-FFF2-40B4-BE49-F238E27FC236}">
                <a16:creationId xmlns:a16="http://schemas.microsoft.com/office/drawing/2014/main" id="{645A8BBD-134F-AF34-6342-8C17C97F42FE}"/>
              </a:ext>
            </a:extLst>
          </p:cNvPr>
          <p:cNvSpPr/>
          <p:nvPr userDrawn="1"/>
        </p:nvSpPr>
        <p:spPr>
          <a:xfrm rot="10800000">
            <a:off x="10449464" y="0"/>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Espace réservé du texte 8">
            <a:extLst>
              <a:ext uri="{FF2B5EF4-FFF2-40B4-BE49-F238E27FC236}">
                <a16:creationId xmlns:a16="http://schemas.microsoft.com/office/drawing/2014/main" id="{DE6D45E4-CA1C-F665-1F72-79AD74A7295A}"/>
              </a:ext>
            </a:extLst>
          </p:cNvPr>
          <p:cNvSpPr>
            <a:spLocks noGrp="1"/>
          </p:cNvSpPr>
          <p:nvPr>
            <p:ph type="body" sz="quarter" idx="13"/>
          </p:nvPr>
        </p:nvSpPr>
        <p:spPr>
          <a:xfrm>
            <a:off x="1379538" y="2019300"/>
            <a:ext cx="8990012" cy="4054475"/>
          </a:xfrm>
        </p:spPr>
        <p:txBody>
          <a:bodyPr/>
          <a:lstStyle>
            <a:lvl1pPr>
              <a:defRPr>
                <a:latin typeface="IBM Plex Sans" panose="020B0503050203000203" pitchFamily="34"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numéro de diapositive 5">
            <a:extLst>
              <a:ext uri="{FF2B5EF4-FFF2-40B4-BE49-F238E27FC236}">
                <a16:creationId xmlns:a16="http://schemas.microsoft.com/office/drawing/2014/main" id="{A0764CAE-5584-597C-4BDC-10A366A1CB02}"/>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013AFB"/>
                </a:solidFill>
                <a:latin typeface="IBM Plex Sans" panose="020B0503050203000203" pitchFamily="34" charset="0"/>
              </a:rPr>
              <a:t>&lt;</a:t>
            </a:r>
            <a:fld id="{FC5F32F1-593F-4499-ABC1-06509EC27309}" type="slidenum">
              <a:rPr lang="fr-FR" sz="1500" smtClean="0">
                <a:solidFill>
                  <a:srgbClr val="013AFB"/>
                </a:solidFill>
                <a:latin typeface="IBM Plex Sans" panose="020B0503050203000203" pitchFamily="34" charset="0"/>
              </a:rPr>
              <a:pPr/>
              <a:t>‹#›</a:t>
            </a:fld>
            <a:r>
              <a:rPr lang="fr-FR" sz="1500" dirty="0">
                <a:solidFill>
                  <a:srgbClr val="013AFB"/>
                </a:solidFill>
                <a:latin typeface="IBM Plex Sans" panose="020B0503050203000203" pitchFamily="34" charset="0"/>
              </a:rPr>
              <a:t>&gt;</a:t>
            </a:r>
          </a:p>
        </p:txBody>
      </p:sp>
    </p:spTree>
    <p:extLst>
      <p:ext uri="{BB962C8B-B14F-4D97-AF65-F5344CB8AC3E}">
        <p14:creationId xmlns:p14="http://schemas.microsoft.com/office/powerpoint/2010/main" val="2474930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332189-1D18-409F-9128-11293DDE227C}"/>
              </a:ext>
            </a:extLst>
          </p:cNvPr>
          <p:cNvSpPr>
            <a:spLocks noGrp="1"/>
          </p:cNvSpPr>
          <p:nvPr>
            <p:ph type="title" hasCustomPrompt="1"/>
          </p:nvPr>
        </p:nvSpPr>
        <p:spPr>
          <a:xfrm>
            <a:off x="293298" y="365125"/>
            <a:ext cx="9016042" cy="1325563"/>
          </a:xfrm>
        </p:spPr>
        <p:txBody>
          <a:bodyPr>
            <a:noAutofit/>
          </a:bodyPr>
          <a:lstStyle>
            <a:lvl1pPr>
              <a:defRPr sz="8600">
                <a:solidFill>
                  <a:srgbClr val="013AFB"/>
                </a:solidFill>
                <a:latin typeface="Anton" pitchFamily="2" charset="0"/>
              </a:defRPr>
            </a:lvl1pPr>
          </a:lstStyle>
          <a:p>
            <a:r>
              <a:rPr lang="fr-FR" dirty="0"/>
              <a:t>TITRE-86_</a:t>
            </a:r>
          </a:p>
        </p:txBody>
      </p:sp>
      <p:sp>
        <p:nvSpPr>
          <p:cNvPr id="3" name="Espace réservé du contenu 2">
            <a:extLst>
              <a:ext uri="{FF2B5EF4-FFF2-40B4-BE49-F238E27FC236}">
                <a16:creationId xmlns:a16="http://schemas.microsoft.com/office/drawing/2014/main" id="{CE1DE43D-5359-89BE-8785-53A9D8FB9113}"/>
              </a:ext>
            </a:extLst>
          </p:cNvPr>
          <p:cNvSpPr>
            <a:spLocks noGrp="1"/>
          </p:cNvSpPr>
          <p:nvPr>
            <p:ph idx="1"/>
          </p:nvPr>
        </p:nvSpPr>
        <p:spPr>
          <a:xfrm>
            <a:off x="293298" y="1825625"/>
            <a:ext cx="11060502" cy="4351338"/>
          </a:xfrm>
        </p:spPr>
        <p:txBody>
          <a:bodyPr/>
          <a:lstStyle>
            <a:lvl1pPr>
              <a:defRPr>
                <a:latin typeface="IBM Plex Sans" panose="020B0503050203000203" pitchFamily="34"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2" name="Espace réservé du numéro de diapositive 5">
            <a:extLst>
              <a:ext uri="{FF2B5EF4-FFF2-40B4-BE49-F238E27FC236}">
                <a16:creationId xmlns:a16="http://schemas.microsoft.com/office/drawing/2014/main" id="{1D264A1A-A0A0-9A8A-0905-02D220F8C275}"/>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013AFB"/>
                </a:solidFill>
                <a:latin typeface="IBM Plex Sans" panose="020B0503050203000203" pitchFamily="34" charset="0"/>
              </a:rPr>
              <a:t>&lt;</a:t>
            </a:r>
            <a:fld id="{FC5F32F1-593F-4499-ABC1-06509EC27309}" type="slidenum">
              <a:rPr lang="fr-FR" sz="1500" smtClean="0">
                <a:solidFill>
                  <a:srgbClr val="013AFB"/>
                </a:solidFill>
                <a:latin typeface="IBM Plex Sans" panose="020B0503050203000203" pitchFamily="34" charset="0"/>
              </a:rPr>
              <a:pPr/>
              <a:t>‹#›</a:t>
            </a:fld>
            <a:r>
              <a:rPr lang="fr-FR" sz="1500" dirty="0">
                <a:solidFill>
                  <a:srgbClr val="013AFB"/>
                </a:solidFill>
                <a:latin typeface="IBM Plex Sans" panose="020B0503050203000203" pitchFamily="34" charset="0"/>
              </a:rPr>
              <a:t>&gt;</a:t>
            </a:r>
          </a:p>
        </p:txBody>
      </p:sp>
      <p:sp>
        <p:nvSpPr>
          <p:cNvPr id="14" name="Google Shape;57;p13">
            <a:extLst>
              <a:ext uri="{FF2B5EF4-FFF2-40B4-BE49-F238E27FC236}">
                <a16:creationId xmlns:a16="http://schemas.microsoft.com/office/drawing/2014/main" id="{84899840-1253-14B1-EA3A-1720C84CB3F1}"/>
              </a:ext>
            </a:extLst>
          </p:cNvPr>
          <p:cNvSpPr/>
          <p:nvPr userDrawn="1"/>
        </p:nvSpPr>
        <p:spPr>
          <a:xfrm rot="10800000">
            <a:off x="10449464" y="0"/>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2337246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332189-1D18-409F-9128-11293DDE227C}"/>
              </a:ext>
            </a:extLst>
          </p:cNvPr>
          <p:cNvSpPr>
            <a:spLocks noGrp="1"/>
          </p:cNvSpPr>
          <p:nvPr>
            <p:ph type="title" hasCustomPrompt="1"/>
          </p:nvPr>
        </p:nvSpPr>
        <p:spPr>
          <a:xfrm>
            <a:off x="293298" y="365125"/>
            <a:ext cx="8307238" cy="1325563"/>
          </a:xfrm>
        </p:spPr>
        <p:txBody>
          <a:bodyPr>
            <a:noAutofit/>
          </a:bodyPr>
          <a:lstStyle>
            <a:lvl1pPr>
              <a:defRPr sz="8600">
                <a:solidFill>
                  <a:srgbClr val="013AFB"/>
                </a:solidFill>
                <a:latin typeface="Anton" pitchFamily="2" charset="0"/>
              </a:defRPr>
            </a:lvl1pPr>
          </a:lstStyle>
          <a:p>
            <a:r>
              <a:rPr lang="fr-FR" dirty="0"/>
              <a:t>TITRE-86_</a:t>
            </a:r>
          </a:p>
        </p:txBody>
      </p:sp>
      <p:sp>
        <p:nvSpPr>
          <p:cNvPr id="3" name="Espace réservé du contenu 2">
            <a:extLst>
              <a:ext uri="{FF2B5EF4-FFF2-40B4-BE49-F238E27FC236}">
                <a16:creationId xmlns:a16="http://schemas.microsoft.com/office/drawing/2014/main" id="{CE1DE43D-5359-89BE-8785-53A9D8FB9113}"/>
              </a:ext>
            </a:extLst>
          </p:cNvPr>
          <p:cNvSpPr>
            <a:spLocks noGrp="1"/>
          </p:cNvSpPr>
          <p:nvPr>
            <p:ph idx="1"/>
          </p:nvPr>
        </p:nvSpPr>
        <p:spPr>
          <a:xfrm>
            <a:off x="293298" y="1958196"/>
            <a:ext cx="11060502" cy="3079630"/>
          </a:xfrm>
        </p:spPr>
        <p:txBody>
          <a:bodyPr/>
          <a:lstStyle>
            <a:lvl1pPr>
              <a:defRPr>
                <a:latin typeface="IBM Plex Sans" panose="020B0503050203000203" pitchFamily="34"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du numéro de diapositive 5">
            <a:extLst>
              <a:ext uri="{FF2B5EF4-FFF2-40B4-BE49-F238E27FC236}">
                <a16:creationId xmlns:a16="http://schemas.microsoft.com/office/drawing/2014/main" id="{1D264A1A-A0A0-9A8A-0905-02D220F8C275}"/>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013AFB"/>
                </a:solidFill>
                <a:latin typeface="IBM Plex Sans" panose="020B0503050203000203" pitchFamily="34" charset="0"/>
              </a:rPr>
              <a:t>&lt;</a:t>
            </a:r>
            <a:fld id="{FC5F32F1-593F-4499-ABC1-06509EC27309}" type="slidenum">
              <a:rPr lang="fr-FR" sz="1500" smtClean="0">
                <a:solidFill>
                  <a:srgbClr val="013AFB"/>
                </a:solidFill>
                <a:latin typeface="IBM Plex Sans" panose="020B0503050203000203" pitchFamily="34" charset="0"/>
              </a:rPr>
              <a:pPr/>
              <a:t>‹#›</a:t>
            </a:fld>
            <a:r>
              <a:rPr lang="fr-FR" sz="1500" dirty="0">
                <a:solidFill>
                  <a:srgbClr val="013AFB"/>
                </a:solidFill>
                <a:latin typeface="IBM Plex Sans" panose="020B0503050203000203" pitchFamily="34" charset="0"/>
              </a:rPr>
              <a:t>&gt;</a:t>
            </a:r>
          </a:p>
        </p:txBody>
      </p:sp>
      <p:sp>
        <p:nvSpPr>
          <p:cNvPr id="4" name="Google Shape;58;p13">
            <a:extLst>
              <a:ext uri="{FF2B5EF4-FFF2-40B4-BE49-F238E27FC236}">
                <a16:creationId xmlns:a16="http://schemas.microsoft.com/office/drawing/2014/main" id="{B6DB4CEC-2DC0-D4FD-2785-7AC650AF39E8}"/>
              </a:ext>
            </a:extLst>
          </p:cNvPr>
          <p:cNvSpPr/>
          <p:nvPr userDrawn="1"/>
        </p:nvSpPr>
        <p:spPr>
          <a:xfrm rot="10800000">
            <a:off x="8706928" y="0"/>
            <a:ext cx="3485072"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 name="Google Shape;57;p13">
            <a:extLst>
              <a:ext uri="{FF2B5EF4-FFF2-40B4-BE49-F238E27FC236}">
                <a16:creationId xmlns:a16="http://schemas.microsoft.com/office/drawing/2014/main" id="{352F1FD8-0D0F-975D-7032-CB79778A9662}"/>
              </a:ext>
            </a:extLst>
          </p:cNvPr>
          <p:cNvSpPr/>
          <p:nvPr userDrawn="1"/>
        </p:nvSpPr>
        <p:spPr>
          <a:xfrm rot="10800000">
            <a:off x="0" y="5115464"/>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217738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332189-1D18-409F-9128-11293DDE227C}"/>
              </a:ext>
            </a:extLst>
          </p:cNvPr>
          <p:cNvSpPr>
            <a:spLocks noGrp="1"/>
          </p:cNvSpPr>
          <p:nvPr>
            <p:ph type="title" hasCustomPrompt="1"/>
          </p:nvPr>
        </p:nvSpPr>
        <p:spPr>
          <a:xfrm>
            <a:off x="293298" y="365125"/>
            <a:ext cx="6889501" cy="1325563"/>
          </a:xfrm>
        </p:spPr>
        <p:txBody>
          <a:bodyPr>
            <a:noAutofit/>
          </a:bodyPr>
          <a:lstStyle>
            <a:lvl1pPr>
              <a:defRPr sz="8600">
                <a:solidFill>
                  <a:srgbClr val="013AFB"/>
                </a:solidFill>
                <a:latin typeface="Anton" pitchFamily="2" charset="0"/>
              </a:defRPr>
            </a:lvl1pPr>
          </a:lstStyle>
          <a:p>
            <a:r>
              <a:rPr lang="fr-FR" dirty="0"/>
              <a:t>TITRE-86_</a:t>
            </a:r>
          </a:p>
        </p:txBody>
      </p:sp>
      <p:sp>
        <p:nvSpPr>
          <p:cNvPr id="3" name="Espace réservé du contenu 2">
            <a:extLst>
              <a:ext uri="{FF2B5EF4-FFF2-40B4-BE49-F238E27FC236}">
                <a16:creationId xmlns:a16="http://schemas.microsoft.com/office/drawing/2014/main" id="{CE1DE43D-5359-89BE-8785-53A9D8FB9113}"/>
              </a:ext>
            </a:extLst>
          </p:cNvPr>
          <p:cNvSpPr>
            <a:spLocks noGrp="1"/>
          </p:cNvSpPr>
          <p:nvPr>
            <p:ph idx="1"/>
          </p:nvPr>
        </p:nvSpPr>
        <p:spPr>
          <a:xfrm>
            <a:off x="293298" y="1958195"/>
            <a:ext cx="7565366" cy="4718829"/>
          </a:xfrm>
        </p:spPr>
        <p:txBody>
          <a:bodyPr/>
          <a:lstStyle>
            <a:lvl1pPr>
              <a:defRPr>
                <a:latin typeface="IBM Plex Sans" panose="020B0503050203000203" pitchFamily="34"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6" name="Google Shape;91;p17" title="Capture d’écran 2025-07-03 à 10.37.29.png">
            <a:extLst>
              <a:ext uri="{FF2B5EF4-FFF2-40B4-BE49-F238E27FC236}">
                <a16:creationId xmlns:a16="http://schemas.microsoft.com/office/drawing/2014/main" id="{270A904C-E894-84A6-E4A9-9B048499C83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8054067" y="0"/>
            <a:ext cx="4137933" cy="6858000"/>
          </a:xfrm>
          <a:prstGeom prst="rect">
            <a:avLst/>
          </a:prstGeom>
          <a:noFill/>
          <a:ln>
            <a:noFill/>
          </a:ln>
        </p:spPr>
      </p:pic>
      <p:sp>
        <p:nvSpPr>
          <p:cNvPr id="12" name="Espace réservé du numéro de diapositive 5">
            <a:extLst>
              <a:ext uri="{FF2B5EF4-FFF2-40B4-BE49-F238E27FC236}">
                <a16:creationId xmlns:a16="http://schemas.microsoft.com/office/drawing/2014/main" id="{1D264A1A-A0A0-9A8A-0905-02D220F8C275}"/>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chemeClr val="bg1"/>
                </a:solidFill>
                <a:latin typeface="IBM Plex Sans" panose="020B0503050203000203" pitchFamily="34" charset="0"/>
              </a:rPr>
              <a:t>&lt;</a:t>
            </a:r>
            <a:fld id="{FC5F32F1-593F-4499-ABC1-06509EC27309}" type="slidenum">
              <a:rPr lang="fr-FR" sz="1500" smtClean="0">
                <a:solidFill>
                  <a:schemeClr val="bg1"/>
                </a:solidFill>
                <a:latin typeface="IBM Plex Sans" panose="020B0503050203000203" pitchFamily="34" charset="0"/>
              </a:rPr>
              <a:pPr/>
              <a:t>‹#›</a:t>
            </a:fld>
            <a:r>
              <a:rPr lang="fr-FR" sz="1500" dirty="0">
                <a:solidFill>
                  <a:schemeClr val="bg1"/>
                </a:solidFill>
                <a:latin typeface="IBM Plex Sans" panose="020B0503050203000203" pitchFamily="34" charset="0"/>
              </a:rPr>
              <a:t>&gt;</a:t>
            </a:r>
          </a:p>
        </p:txBody>
      </p:sp>
      <p:sp>
        <p:nvSpPr>
          <p:cNvPr id="8" name="Google Shape;57;p13">
            <a:extLst>
              <a:ext uri="{FF2B5EF4-FFF2-40B4-BE49-F238E27FC236}">
                <a16:creationId xmlns:a16="http://schemas.microsoft.com/office/drawing/2014/main" id="{2FBD5C20-0545-FA31-F4E5-032F96EB47BA}"/>
              </a:ext>
            </a:extLst>
          </p:cNvPr>
          <p:cNvSpPr/>
          <p:nvPr userDrawn="1"/>
        </p:nvSpPr>
        <p:spPr>
          <a:xfrm rot="10800000">
            <a:off x="7182799" y="0"/>
            <a:ext cx="1742536" cy="1742536"/>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3556507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iffres clés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332189-1D18-409F-9128-11293DDE227C}"/>
              </a:ext>
            </a:extLst>
          </p:cNvPr>
          <p:cNvSpPr>
            <a:spLocks noGrp="1"/>
          </p:cNvSpPr>
          <p:nvPr>
            <p:ph type="title" hasCustomPrompt="1"/>
          </p:nvPr>
        </p:nvSpPr>
        <p:spPr>
          <a:xfrm>
            <a:off x="293298" y="365125"/>
            <a:ext cx="11637034" cy="1325563"/>
          </a:xfrm>
        </p:spPr>
        <p:txBody>
          <a:bodyPr>
            <a:noAutofit/>
          </a:bodyPr>
          <a:lstStyle>
            <a:lvl1pPr marL="0" indent="0" algn="l" rtl="0">
              <a:spcBef>
                <a:spcPts val="0"/>
              </a:spcBef>
              <a:spcAft>
                <a:spcPts val="0"/>
              </a:spcAft>
              <a:buSzPts val="990"/>
              <a:buNone/>
              <a:defRPr sz="8600">
                <a:solidFill>
                  <a:srgbClr val="013AFB"/>
                </a:solidFill>
                <a:latin typeface="Anton" pitchFamily="2" charset="0"/>
              </a:defRPr>
            </a:lvl1pPr>
          </a:lstStyle>
          <a:p>
            <a:pPr marL="0" lvl="0" indent="0" algn="l" rtl="0">
              <a:spcBef>
                <a:spcPts val="0"/>
              </a:spcBef>
              <a:spcAft>
                <a:spcPts val="0"/>
              </a:spcAft>
              <a:buSzPts val="990"/>
              <a:buNone/>
            </a:pPr>
            <a:r>
              <a:rPr lang="fr-FR" sz="8000" dirty="0">
                <a:solidFill>
                  <a:srgbClr val="013AFB"/>
                </a:solidFill>
                <a:latin typeface="Anton"/>
                <a:ea typeface="Anton"/>
                <a:cs typeface="Anton"/>
                <a:sym typeface="Anton"/>
              </a:rPr>
              <a:t>CHIFFRES CLÉS</a:t>
            </a:r>
            <a:r>
              <a:rPr lang="fr-FR" sz="8000" dirty="0">
                <a:solidFill>
                  <a:srgbClr val="FF1EF7"/>
                </a:solidFill>
                <a:latin typeface="Anton"/>
                <a:ea typeface="Anton"/>
                <a:cs typeface="Anton"/>
                <a:sym typeface="Anton"/>
              </a:rPr>
              <a:t>_</a:t>
            </a:r>
          </a:p>
        </p:txBody>
      </p:sp>
      <p:sp>
        <p:nvSpPr>
          <p:cNvPr id="3" name="Espace réservé du contenu 2">
            <a:extLst>
              <a:ext uri="{FF2B5EF4-FFF2-40B4-BE49-F238E27FC236}">
                <a16:creationId xmlns:a16="http://schemas.microsoft.com/office/drawing/2014/main" id="{CE1DE43D-5359-89BE-8785-53A9D8FB9113}"/>
              </a:ext>
            </a:extLst>
          </p:cNvPr>
          <p:cNvSpPr>
            <a:spLocks noGrp="1"/>
          </p:cNvSpPr>
          <p:nvPr>
            <p:ph idx="1" hasCustomPrompt="1"/>
          </p:nvPr>
        </p:nvSpPr>
        <p:spPr>
          <a:xfrm>
            <a:off x="776378" y="2139351"/>
            <a:ext cx="3183146" cy="1604513"/>
          </a:xfrm>
        </p:spPr>
        <p:txBody>
          <a:bodyPr>
            <a:normAutofit/>
          </a:bodyPr>
          <a:lstStyle>
            <a:lvl1pPr marL="0" indent="0" algn="ctr">
              <a:buNone/>
              <a:defRPr sz="8600">
                <a:solidFill>
                  <a:srgbClr val="00FF97"/>
                </a:solidFill>
                <a:latin typeface="Anton" pitchFamily="2"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dirty="0"/>
              <a:t>+6.000</a:t>
            </a:r>
          </a:p>
        </p:txBody>
      </p:sp>
      <p:sp>
        <p:nvSpPr>
          <p:cNvPr id="4" name="Espace réservé du numéro de diapositive 5">
            <a:extLst>
              <a:ext uri="{FF2B5EF4-FFF2-40B4-BE49-F238E27FC236}">
                <a16:creationId xmlns:a16="http://schemas.microsoft.com/office/drawing/2014/main" id="{5DE35421-14A0-FEF0-5A2C-D2BC821874D4}"/>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013AFB"/>
                </a:solidFill>
                <a:latin typeface="IBM Plex Sans" panose="020B0503050203000203" pitchFamily="34" charset="0"/>
              </a:rPr>
              <a:t>&lt;</a:t>
            </a:r>
            <a:fld id="{FC5F32F1-593F-4499-ABC1-06509EC27309}" type="slidenum">
              <a:rPr lang="fr-FR" sz="1500" smtClean="0">
                <a:solidFill>
                  <a:srgbClr val="013AFB"/>
                </a:solidFill>
                <a:latin typeface="IBM Plex Sans" panose="020B0503050203000203" pitchFamily="34" charset="0"/>
              </a:rPr>
              <a:pPr/>
              <a:t>‹#›</a:t>
            </a:fld>
            <a:r>
              <a:rPr lang="fr-FR" sz="1500" dirty="0">
                <a:solidFill>
                  <a:srgbClr val="013AFB"/>
                </a:solidFill>
                <a:latin typeface="IBM Plex Sans" panose="020B0503050203000203" pitchFamily="34" charset="0"/>
              </a:rPr>
              <a:t>&gt;</a:t>
            </a:r>
          </a:p>
        </p:txBody>
      </p:sp>
      <p:sp>
        <p:nvSpPr>
          <p:cNvPr id="7" name="Espace réservé du contenu 2">
            <a:extLst>
              <a:ext uri="{FF2B5EF4-FFF2-40B4-BE49-F238E27FC236}">
                <a16:creationId xmlns:a16="http://schemas.microsoft.com/office/drawing/2014/main" id="{9AEA3D74-E10C-92B7-C616-EA650304B610}"/>
              </a:ext>
            </a:extLst>
          </p:cNvPr>
          <p:cNvSpPr>
            <a:spLocks noGrp="1"/>
          </p:cNvSpPr>
          <p:nvPr>
            <p:ph idx="10" hasCustomPrompt="1"/>
          </p:nvPr>
        </p:nvSpPr>
        <p:spPr>
          <a:xfrm>
            <a:off x="4520242" y="4152106"/>
            <a:ext cx="3183146" cy="1604513"/>
          </a:xfrm>
        </p:spPr>
        <p:txBody>
          <a:bodyPr>
            <a:normAutofit/>
          </a:bodyPr>
          <a:lstStyle>
            <a:lvl1pPr marL="0" indent="0" algn="ctr">
              <a:buNone/>
              <a:defRPr sz="8600">
                <a:solidFill>
                  <a:srgbClr val="FF5F3A"/>
                </a:solidFill>
                <a:latin typeface="Anton" pitchFamily="2"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dirty="0"/>
              <a:t>15</a:t>
            </a:r>
          </a:p>
        </p:txBody>
      </p:sp>
      <p:sp>
        <p:nvSpPr>
          <p:cNvPr id="9" name="Espace réservé du contenu 2">
            <a:extLst>
              <a:ext uri="{FF2B5EF4-FFF2-40B4-BE49-F238E27FC236}">
                <a16:creationId xmlns:a16="http://schemas.microsoft.com/office/drawing/2014/main" id="{24860569-302A-8954-C736-2B3AF4DF9B07}"/>
              </a:ext>
            </a:extLst>
          </p:cNvPr>
          <p:cNvSpPr>
            <a:spLocks noGrp="1"/>
          </p:cNvSpPr>
          <p:nvPr>
            <p:ph idx="11" hasCustomPrompt="1"/>
          </p:nvPr>
        </p:nvSpPr>
        <p:spPr>
          <a:xfrm>
            <a:off x="8126083" y="2250011"/>
            <a:ext cx="3183145" cy="1604513"/>
          </a:xfrm>
        </p:spPr>
        <p:txBody>
          <a:bodyPr>
            <a:normAutofit/>
          </a:bodyPr>
          <a:lstStyle>
            <a:lvl1pPr marL="0" indent="0" algn="ctr">
              <a:buNone/>
              <a:defRPr sz="8600">
                <a:solidFill>
                  <a:srgbClr val="FF1EF7"/>
                </a:solidFill>
                <a:latin typeface="Anton" pitchFamily="2" charset="0"/>
              </a:defRPr>
            </a:lvl1pPr>
            <a:lvl2pPr>
              <a:defRPr>
                <a:latin typeface="IBM Plex Sans" panose="020B0503050203000203" pitchFamily="34" charset="0"/>
              </a:defRPr>
            </a:lvl2pPr>
            <a:lvl3pPr>
              <a:defRPr>
                <a:latin typeface="IBM Plex Sans" panose="020B0503050203000203" pitchFamily="34" charset="0"/>
              </a:defRPr>
            </a:lvl3pPr>
            <a:lvl4pPr>
              <a:defRPr>
                <a:latin typeface="IBM Plex Sans" panose="020B0503050203000203" pitchFamily="34" charset="0"/>
              </a:defRPr>
            </a:lvl4pPr>
            <a:lvl5pPr>
              <a:defRPr>
                <a:latin typeface="IBM Plex Sans" panose="020B0503050203000203" pitchFamily="34" charset="0"/>
              </a:defRPr>
            </a:lvl5pPr>
          </a:lstStyle>
          <a:p>
            <a:pPr lvl="0"/>
            <a:r>
              <a:rPr lang="fr-FR" dirty="0"/>
              <a:t>+3.000</a:t>
            </a:r>
          </a:p>
        </p:txBody>
      </p:sp>
      <p:sp>
        <p:nvSpPr>
          <p:cNvPr id="11" name="Espace réservé du texte 10">
            <a:extLst>
              <a:ext uri="{FF2B5EF4-FFF2-40B4-BE49-F238E27FC236}">
                <a16:creationId xmlns:a16="http://schemas.microsoft.com/office/drawing/2014/main" id="{262CBA99-C850-3FF9-7A79-348CB28EC9EE}"/>
              </a:ext>
            </a:extLst>
          </p:cNvPr>
          <p:cNvSpPr>
            <a:spLocks noGrp="1"/>
          </p:cNvSpPr>
          <p:nvPr>
            <p:ph type="body" sz="quarter" idx="12" hasCustomPrompt="1"/>
          </p:nvPr>
        </p:nvSpPr>
        <p:spPr>
          <a:xfrm>
            <a:off x="776288" y="3890963"/>
            <a:ext cx="3183146" cy="522287"/>
          </a:xfrm>
        </p:spPr>
        <p:txBody>
          <a:bodyP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Étudiants dans le monde</a:t>
            </a:r>
            <a:r>
              <a:rPr lang="fr-FR" dirty="0">
                <a:solidFill>
                  <a:srgbClr val="013AFB"/>
                </a:solidFill>
                <a:latin typeface="IBM Plex Sans"/>
                <a:ea typeface="IBM Plex Sans"/>
                <a:cs typeface="IBM Plex Sans"/>
                <a:sym typeface="IBM Plex Sans"/>
              </a:rPr>
              <a:t> &gt;</a:t>
            </a:r>
          </a:p>
        </p:txBody>
      </p:sp>
      <p:sp>
        <p:nvSpPr>
          <p:cNvPr id="13" name="Espace réservé du texte 10">
            <a:extLst>
              <a:ext uri="{FF2B5EF4-FFF2-40B4-BE49-F238E27FC236}">
                <a16:creationId xmlns:a16="http://schemas.microsoft.com/office/drawing/2014/main" id="{A5E38A8E-AC3D-4CE2-7C41-EF5F8FB2E1DF}"/>
              </a:ext>
            </a:extLst>
          </p:cNvPr>
          <p:cNvSpPr>
            <a:spLocks noGrp="1"/>
          </p:cNvSpPr>
          <p:nvPr>
            <p:ph type="body" sz="quarter" idx="13" hasCustomPrompt="1"/>
          </p:nvPr>
        </p:nvSpPr>
        <p:spPr>
          <a:xfrm>
            <a:off x="4520242" y="5970588"/>
            <a:ext cx="3183146" cy="522287"/>
          </a:xfrm>
        </p:spPr>
        <p:txBody>
          <a:bodyP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Campus en France et 3 en Europe</a:t>
            </a:r>
            <a:r>
              <a:rPr lang="fr-FR" dirty="0">
                <a:solidFill>
                  <a:srgbClr val="013AFB"/>
                </a:solidFill>
                <a:latin typeface="IBM Plex Sans"/>
                <a:ea typeface="IBM Plex Sans"/>
                <a:cs typeface="IBM Plex Sans"/>
                <a:sym typeface="IBM Plex Sans"/>
              </a:rPr>
              <a:t> &gt;</a:t>
            </a:r>
          </a:p>
        </p:txBody>
      </p:sp>
      <p:sp>
        <p:nvSpPr>
          <p:cNvPr id="14" name="Espace réservé du texte 10">
            <a:extLst>
              <a:ext uri="{FF2B5EF4-FFF2-40B4-BE49-F238E27FC236}">
                <a16:creationId xmlns:a16="http://schemas.microsoft.com/office/drawing/2014/main" id="{D9EF2C3A-A616-8F5C-DAB3-884BFCCBD1C6}"/>
              </a:ext>
            </a:extLst>
          </p:cNvPr>
          <p:cNvSpPr>
            <a:spLocks noGrp="1"/>
          </p:cNvSpPr>
          <p:nvPr>
            <p:ph type="body" sz="quarter" idx="14" hasCustomPrompt="1"/>
          </p:nvPr>
        </p:nvSpPr>
        <p:spPr>
          <a:xfrm>
            <a:off x="8126084" y="4069901"/>
            <a:ext cx="3183146" cy="522287"/>
          </a:xfrm>
        </p:spPr>
        <p:txBody>
          <a:bodyP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Entreprises partenaires</a:t>
            </a:r>
            <a:r>
              <a:rPr lang="fr-FR" dirty="0">
                <a:solidFill>
                  <a:srgbClr val="013AFB"/>
                </a:solidFill>
                <a:latin typeface="IBM Plex Sans"/>
                <a:ea typeface="IBM Plex Sans"/>
                <a:cs typeface="IBM Plex Sans"/>
                <a:sym typeface="IBM Plex Sans"/>
              </a:rPr>
              <a:t> &gt;</a:t>
            </a:r>
          </a:p>
        </p:txBody>
      </p:sp>
    </p:spTree>
    <p:extLst>
      <p:ext uri="{BB962C8B-B14F-4D97-AF65-F5344CB8AC3E}">
        <p14:creationId xmlns:p14="http://schemas.microsoft.com/office/powerpoint/2010/main" val="20732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iffres clés 2">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05B54B-3576-E456-C53A-E921B5702A6B}"/>
              </a:ext>
            </a:extLst>
          </p:cNvPr>
          <p:cNvSpPr>
            <a:spLocks noGrp="1"/>
          </p:cNvSpPr>
          <p:nvPr>
            <p:ph type="title" hasCustomPrompt="1"/>
          </p:nvPr>
        </p:nvSpPr>
        <p:spPr/>
        <p:txBody>
          <a:bodyPr>
            <a:noAutofit/>
          </a:bodyPr>
          <a:lstStyle>
            <a:lvl1pPr>
              <a:defRPr sz="8600">
                <a:solidFill>
                  <a:schemeClr val="bg1"/>
                </a:solidFill>
                <a:latin typeface="Anton" pitchFamily="2" charset="0"/>
              </a:defRPr>
            </a:lvl1pPr>
          </a:lstStyle>
          <a:p>
            <a:r>
              <a:rPr lang="fr-FR" dirty="0"/>
              <a:t>CHIFFRES CL</a:t>
            </a:r>
            <a:r>
              <a:rPr lang="fr" sz="8000" dirty="0">
                <a:solidFill>
                  <a:schemeClr val="lt1"/>
                </a:solidFill>
                <a:latin typeface="Anton"/>
                <a:ea typeface="Anton"/>
                <a:cs typeface="Anton"/>
                <a:sym typeface="Anton"/>
              </a:rPr>
              <a:t>É</a:t>
            </a:r>
            <a:r>
              <a:rPr lang="fr-FR" dirty="0"/>
              <a:t>S_</a:t>
            </a:r>
          </a:p>
        </p:txBody>
      </p:sp>
      <p:pic>
        <p:nvPicPr>
          <p:cNvPr id="6" name="Google Shape;142;p20" title="Fichier 7@4x.png">
            <a:extLst>
              <a:ext uri="{FF2B5EF4-FFF2-40B4-BE49-F238E27FC236}">
                <a16:creationId xmlns:a16="http://schemas.microsoft.com/office/drawing/2014/main" id="{18F34BA2-A67C-727D-B5B8-9AFCB1463CA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202393" y="2158771"/>
            <a:ext cx="5989608" cy="3899918"/>
          </a:xfrm>
          <a:prstGeom prst="rect">
            <a:avLst/>
          </a:prstGeom>
          <a:noFill/>
          <a:ln>
            <a:noFill/>
          </a:ln>
        </p:spPr>
      </p:pic>
      <p:sp>
        <p:nvSpPr>
          <p:cNvPr id="7" name="Espace réservé du numéro de diapositive 5">
            <a:extLst>
              <a:ext uri="{FF2B5EF4-FFF2-40B4-BE49-F238E27FC236}">
                <a16:creationId xmlns:a16="http://schemas.microsoft.com/office/drawing/2014/main" id="{E5ADF813-7DEA-4F96-83F4-A0974D31DAD9}"/>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chemeClr val="bg1"/>
                </a:solidFill>
                <a:latin typeface="IBM Plex Sans" panose="020B0503050203000203" pitchFamily="34" charset="0"/>
              </a:rPr>
              <a:t>&lt;</a:t>
            </a:r>
            <a:fld id="{FC5F32F1-593F-4499-ABC1-06509EC27309}" type="slidenum">
              <a:rPr lang="fr-FR" sz="1500" smtClean="0">
                <a:solidFill>
                  <a:schemeClr val="bg1"/>
                </a:solidFill>
                <a:latin typeface="IBM Plex Sans" panose="020B0503050203000203" pitchFamily="34" charset="0"/>
              </a:rPr>
              <a:pPr/>
              <a:t>‹#›</a:t>
            </a:fld>
            <a:r>
              <a:rPr lang="fr-FR" sz="1500" dirty="0">
                <a:solidFill>
                  <a:schemeClr val="bg1"/>
                </a:solidFill>
                <a:latin typeface="IBM Plex Sans" panose="020B0503050203000203" pitchFamily="34" charset="0"/>
              </a:rPr>
              <a:t>&gt;</a:t>
            </a:r>
          </a:p>
        </p:txBody>
      </p:sp>
      <p:sp>
        <p:nvSpPr>
          <p:cNvPr id="9" name="Espace réservé du texte 8">
            <a:extLst>
              <a:ext uri="{FF2B5EF4-FFF2-40B4-BE49-F238E27FC236}">
                <a16:creationId xmlns:a16="http://schemas.microsoft.com/office/drawing/2014/main" id="{E0E29D40-67F8-953D-6E85-738701FB190F}"/>
              </a:ext>
            </a:extLst>
          </p:cNvPr>
          <p:cNvSpPr>
            <a:spLocks noGrp="1"/>
          </p:cNvSpPr>
          <p:nvPr>
            <p:ph type="body" sz="quarter" idx="10" hasCustomPrompt="1"/>
          </p:nvPr>
        </p:nvSpPr>
        <p:spPr>
          <a:xfrm>
            <a:off x="2516068" y="3881888"/>
            <a:ext cx="3473540" cy="1544128"/>
          </a:xfrm>
        </p:spPr>
        <p:txBody>
          <a:bodyPr>
            <a:noAutofit/>
          </a:bodyPr>
          <a:lstStyle>
            <a:lvl1pPr marL="0" indent="0">
              <a:buNone/>
              <a:defRPr sz="13200">
                <a:solidFill>
                  <a:srgbClr val="00FF97"/>
                </a:solidFill>
                <a:latin typeface="Anton" pitchFamily="2" charset="0"/>
              </a:defRPr>
            </a:lvl1pPr>
            <a:lvl5pPr>
              <a:defRPr/>
            </a:lvl5pPr>
          </a:lstStyle>
          <a:p>
            <a:pPr lvl="0"/>
            <a:r>
              <a:rPr lang="fr-FR" dirty="0"/>
              <a:t>1999</a:t>
            </a:r>
          </a:p>
        </p:txBody>
      </p:sp>
      <p:sp>
        <p:nvSpPr>
          <p:cNvPr id="11" name="Espace réservé du texte 10">
            <a:extLst>
              <a:ext uri="{FF2B5EF4-FFF2-40B4-BE49-F238E27FC236}">
                <a16:creationId xmlns:a16="http://schemas.microsoft.com/office/drawing/2014/main" id="{BB30130E-4C2F-E92D-44CB-7ADA675DDF27}"/>
              </a:ext>
            </a:extLst>
          </p:cNvPr>
          <p:cNvSpPr>
            <a:spLocks noGrp="1"/>
          </p:cNvSpPr>
          <p:nvPr>
            <p:ph type="body" sz="quarter" idx="11" hasCustomPrompt="1"/>
          </p:nvPr>
        </p:nvSpPr>
        <p:spPr>
          <a:xfrm>
            <a:off x="838200" y="5554663"/>
            <a:ext cx="5257800" cy="938212"/>
          </a:xfrm>
        </p:spPr>
        <p:txBody>
          <a:bodyPr>
            <a:normAutofit/>
          </a:bodyPr>
          <a:lstStyle>
            <a:lvl1pPr algn="r">
              <a:defRPr sz="1600">
                <a:solidFill>
                  <a:srgbClr val="FFFFFF"/>
                </a:solidFill>
                <a:latin typeface="IBM Plex Sans" panose="020B0503050203000203" pitchFamily="34" charset="0"/>
              </a:defRPr>
            </a:lvl1pPr>
            <a:lvl2pPr>
              <a:defRPr>
                <a:solidFill>
                  <a:srgbClr val="FFFFFF"/>
                </a:solidFill>
                <a:latin typeface="IBM Plex Sans" panose="020B0503050203000203" pitchFamily="34" charset="0"/>
              </a:defRPr>
            </a:lvl2pPr>
            <a:lvl3pPr>
              <a:defRPr>
                <a:solidFill>
                  <a:srgbClr val="FFFFFF"/>
                </a:solidFill>
                <a:latin typeface="IBM Plex Sans" panose="020B0503050203000203" pitchFamily="34" charset="0"/>
              </a:defRPr>
            </a:lvl3pPr>
            <a:lvl4pPr>
              <a:defRPr>
                <a:solidFill>
                  <a:srgbClr val="FFFFFF"/>
                </a:solidFill>
                <a:latin typeface="IBM Plex Sans" panose="020B0503050203000203" pitchFamily="34" charset="0"/>
              </a:defRPr>
            </a:lvl4pPr>
            <a:lvl5pPr>
              <a:defRPr>
                <a:solidFill>
                  <a:srgbClr val="FFFFFF"/>
                </a:solidFill>
                <a:latin typeface="IBM Plex Sans" panose="020B0503050203000203" pitchFamily="34" charset="0"/>
              </a:defRPr>
            </a:lvl5pPr>
          </a:lstStyle>
          <a:p>
            <a:pPr lvl="0"/>
            <a:r>
              <a:rPr lang="fr-FR" dirty="0"/>
              <a:t>&lt;Ici se trouve un premier chiffre clé</a:t>
            </a:r>
          </a:p>
          <a:p>
            <a:pPr lvl="0"/>
            <a:r>
              <a:rPr lang="fr-FR" dirty="0"/>
              <a:t>Sous forme de date. /&gt;</a:t>
            </a:r>
          </a:p>
        </p:txBody>
      </p:sp>
    </p:spTree>
    <p:extLst>
      <p:ext uri="{BB962C8B-B14F-4D97-AF65-F5344CB8AC3E}">
        <p14:creationId xmlns:p14="http://schemas.microsoft.com/office/powerpoint/2010/main" val="112126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iffres clés 3">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05B54B-3576-E456-C53A-E921B5702A6B}"/>
              </a:ext>
            </a:extLst>
          </p:cNvPr>
          <p:cNvSpPr>
            <a:spLocks noGrp="1"/>
          </p:cNvSpPr>
          <p:nvPr>
            <p:ph type="title" hasCustomPrompt="1"/>
          </p:nvPr>
        </p:nvSpPr>
        <p:spPr/>
        <p:txBody>
          <a:bodyPr>
            <a:noAutofit/>
          </a:bodyPr>
          <a:lstStyle>
            <a:lvl1pPr>
              <a:defRPr sz="8600">
                <a:solidFill>
                  <a:schemeClr val="bg1"/>
                </a:solidFill>
                <a:latin typeface="Anton" pitchFamily="2" charset="0"/>
              </a:defRPr>
            </a:lvl1pPr>
          </a:lstStyle>
          <a:p>
            <a:r>
              <a:rPr lang="fr-FR" dirty="0"/>
              <a:t>CHIFFRES CL</a:t>
            </a:r>
            <a:r>
              <a:rPr lang="fr" sz="8000" dirty="0">
                <a:solidFill>
                  <a:schemeClr val="lt1"/>
                </a:solidFill>
                <a:latin typeface="Anton"/>
                <a:ea typeface="Anton"/>
                <a:cs typeface="Anton"/>
                <a:sym typeface="Anton"/>
              </a:rPr>
              <a:t>É</a:t>
            </a:r>
            <a:r>
              <a:rPr lang="fr-FR" dirty="0"/>
              <a:t>S_</a:t>
            </a:r>
          </a:p>
        </p:txBody>
      </p:sp>
      <p:sp>
        <p:nvSpPr>
          <p:cNvPr id="7" name="Espace réservé du numéro de diapositive 5">
            <a:extLst>
              <a:ext uri="{FF2B5EF4-FFF2-40B4-BE49-F238E27FC236}">
                <a16:creationId xmlns:a16="http://schemas.microsoft.com/office/drawing/2014/main" id="{E5ADF813-7DEA-4F96-83F4-A0974D31DAD9}"/>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chemeClr val="bg1"/>
                </a:solidFill>
                <a:latin typeface="IBM Plex Sans" panose="020B0503050203000203" pitchFamily="34" charset="0"/>
              </a:rPr>
              <a:t>&lt;</a:t>
            </a:r>
            <a:fld id="{FC5F32F1-593F-4499-ABC1-06509EC27309}" type="slidenum">
              <a:rPr lang="fr-FR" sz="1500" smtClean="0">
                <a:solidFill>
                  <a:schemeClr val="bg1"/>
                </a:solidFill>
                <a:latin typeface="IBM Plex Sans" panose="020B0503050203000203" pitchFamily="34" charset="0"/>
              </a:rPr>
              <a:pPr/>
              <a:t>‹#›</a:t>
            </a:fld>
            <a:r>
              <a:rPr lang="fr-FR" sz="1500" dirty="0">
                <a:solidFill>
                  <a:schemeClr val="bg1"/>
                </a:solidFill>
                <a:latin typeface="IBM Plex Sans" panose="020B0503050203000203" pitchFamily="34" charset="0"/>
              </a:rPr>
              <a:t>&gt;</a:t>
            </a:r>
          </a:p>
        </p:txBody>
      </p:sp>
      <p:sp>
        <p:nvSpPr>
          <p:cNvPr id="9" name="Espace réservé du texte 8">
            <a:extLst>
              <a:ext uri="{FF2B5EF4-FFF2-40B4-BE49-F238E27FC236}">
                <a16:creationId xmlns:a16="http://schemas.microsoft.com/office/drawing/2014/main" id="{E0E29D40-67F8-953D-6E85-738701FB190F}"/>
              </a:ext>
            </a:extLst>
          </p:cNvPr>
          <p:cNvSpPr>
            <a:spLocks noGrp="1"/>
          </p:cNvSpPr>
          <p:nvPr>
            <p:ph type="body" sz="quarter" idx="10" hasCustomPrompt="1"/>
          </p:nvPr>
        </p:nvSpPr>
        <p:spPr>
          <a:xfrm>
            <a:off x="2516068" y="3881888"/>
            <a:ext cx="3579932" cy="1544128"/>
          </a:xfrm>
        </p:spPr>
        <p:txBody>
          <a:bodyPr>
            <a:noAutofit/>
          </a:bodyPr>
          <a:lstStyle>
            <a:lvl1pPr marL="0" indent="0">
              <a:buNone/>
              <a:defRPr sz="13200">
                <a:solidFill>
                  <a:srgbClr val="00FF97"/>
                </a:solidFill>
                <a:latin typeface="Anton" pitchFamily="2" charset="0"/>
              </a:defRPr>
            </a:lvl1pPr>
            <a:lvl5pPr>
              <a:defRPr/>
            </a:lvl5pPr>
          </a:lstStyle>
          <a:p>
            <a:pPr lvl="0"/>
            <a:r>
              <a:rPr lang="fr-FR" dirty="0"/>
              <a:t>2025</a:t>
            </a:r>
          </a:p>
        </p:txBody>
      </p:sp>
      <p:sp>
        <p:nvSpPr>
          <p:cNvPr id="11" name="Espace réservé du texte 10">
            <a:extLst>
              <a:ext uri="{FF2B5EF4-FFF2-40B4-BE49-F238E27FC236}">
                <a16:creationId xmlns:a16="http://schemas.microsoft.com/office/drawing/2014/main" id="{BB30130E-4C2F-E92D-44CB-7ADA675DDF27}"/>
              </a:ext>
            </a:extLst>
          </p:cNvPr>
          <p:cNvSpPr>
            <a:spLocks noGrp="1"/>
          </p:cNvSpPr>
          <p:nvPr>
            <p:ph type="body" sz="quarter" idx="11" hasCustomPrompt="1"/>
          </p:nvPr>
        </p:nvSpPr>
        <p:spPr>
          <a:xfrm>
            <a:off x="2516066" y="5554663"/>
            <a:ext cx="5230455" cy="938212"/>
          </a:xfrm>
        </p:spPr>
        <p:txBody>
          <a:bodyPr>
            <a:normAutofit/>
          </a:bodyPr>
          <a:lstStyle>
            <a:lvl1pPr algn="l">
              <a:defRPr sz="1600">
                <a:solidFill>
                  <a:srgbClr val="FFFFFF"/>
                </a:solidFill>
                <a:latin typeface="IBM Plex Sans" panose="020B0503050203000203" pitchFamily="34" charset="0"/>
              </a:defRPr>
            </a:lvl1pPr>
            <a:lvl2pPr>
              <a:defRPr>
                <a:solidFill>
                  <a:srgbClr val="FFFFFF"/>
                </a:solidFill>
                <a:latin typeface="IBM Plex Sans" panose="020B0503050203000203" pitchFamily="34" charset="0"/>
              </a:defRPr>
            </a:lvl2pPr>
            <a:lvl3pPr>
              <a:defRPr>
                <a:solidFill>
                  <a:srgbClr val="FFFFFF"/>
                </a:solidFill>
                <a:latin typeface="IBM Plex Sans" panose="020B0503050203000203" pitchFamily="34" charset="0"/>
              </a:defRPr>
            </a:lvl3pPr>
            <a:lvl4pPr>
              <a:defRPr>
                <a:solidFill>
                  <a:srgbClr val="FFFFFF"/>
                </a:solidFill>
                <a:latin typeface="IBM Plex Sans" panose="020B0503050203000203" pitchFamily="34" charset="0"/>
              </a:defRPr>
            </a:lvl4pPr>
            <a:lvl5pPr>
              <a:defRPr>
                <a:solidFill>
                  <a:srgbClr val="FFFFFF"/>
                </a:solidFill>
                <a:latin typeface="IBM Plex Sans" panose="020B0503050203000203" pitchFamily="34" charset="0"/>
              </a:defRPr>
            </a:lvl5pPr>
          </a:lstStyle>
          <a:p>
            <a:pPr lvl="0"/>
            <a:r>
              <a:rPr lang="fr-FR" dirty="0"/>
              <a:t>&lt;Ici se trouve un premier chiffre clé</a:t>
            </a:r>
          </a:p>
          <a:p>
            <a:pPr lvl="0"/>
            <a:r>
              <a:rPr lang="fr-FR" dirty="0"/>
              <a:t>Sous forme de date. /&gt;</a:t>
            </a:r>
          </a:p>
        </p:txBody>
      </p:sp>
      <p:pic>
        <p:nvPicPr>
          <p:cNvPr id="3" name="Google Shape;151;p21" title="Fichier 7@4x.png">
            <a:extLst>
              <a:ext uri="{FF2B5EF4-FFF2-40B4-BE49-F238E27FC236}">
                <a16:creationId xmlns:a16="http://schemas.microsoft.com/office/drawing/2014/main" id="{D6D8877D-0515-D4A2-45E0-A1C010F07BD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2270913"/>
            <a:ext cx="1837426" cy="3811854"/>
          </a:xfrm>
          <a:prstGeom prst="rect">
            <a:avLst/>
          </a:prstGeom>
          <a:noFill/>
          <a:ln>
            <a:noFill/>
          </a:ln>
        </p:spPr>
      </p:pic>
    </p:spTree>
    <p:extLst>
      <p:ext uri="{BB962C8B-B14F-4D97-AF65-F5344CB8AC3E}">
        <p14:creationId xmlns:p14="http://schemas.microsoft.com/office/powerpoint/2010/main" val="3777534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BC8AF4-3B10-7490-023F-BB99D3B16B11}"/>
              </a:ext>
            </a:extLst>
          </p:cNvPr>
          <p:cNvSpPr>
            <a:spLocks noGrp="1"/>
          </p:cNvSpPr>
          <p:nvPr>
            <p:ph type="title" hasCustomPrompt="1"/>
          </p:nvPr>
        </p:nvSpPr>
        <p:spPr>
          <a:xfrm>
            <a:off x="363747" y="356499"/>
            <a:ext cx="7287883" cy="1325563"/>
          </a:xfrm>
        </p:spPr>
        <p:txBody>
          <a:bodyPr>
            <a:normAutofit/>
          </a:bodyPr>
          <a:lstStyle>
            <a:lvl1pPr>
              <a:defRPr sz="8600">
                <a:solidFill>
                  <a:srgbClr val="FFFFFF"/>
                </a:solidFill>
                <a:latin typeface="Anton" pitchFamily="2" charset="0"/>
              </a:defRPr>
            </a:lvl1pPr>
          </a:lstStyle>
          <a:p>
            <a:r>
              <a:rPr lang="fr-FR" dirty="0"/>
              <a:t>CITATION_</a:t>
            </a:r>
          </a:p>
        </p:txBody>
      </p:sp>
      <p:sp>
        <p:nvSpPr>
          <p:cNvPr id="6" name="Espace réservé du numéro de diapositive 5">
            <a:extLst>
              <a:ext uri="{FF2B5EF4-FFF2-40B4-BE49-F238E27FC236}">
                <a16:creationId xmlns:a16="http://schemas.microsoft.com/office/drawing/2014/main" id="{A8F90E0B-21A4-FB3D-0B92-0E3862E0108A}"/>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chemeClr val="bg1"/>
                </a:solidFill>
                <a:latin typeface="IBM Plex Sans" panose="020B0503050203000203" pitchFamily="34" charset="0"/>
              </a:rPr>
              <a:t>&lt;</a:t>
            </a:r>
            <a:fld id="{FC5F32F1-593F-4499-ABC1-06509EC27309}" type="slidenum">
              <a:rPr lang="fr-FR" sz="1500" smtClean="0">
                <a:solidFill>
                  <a:schemeClr val="bg1"/>
                </a:solidFill>
                <a:latin typeface="IBM Plex Sans" panose="020B0503050203000203" pitchFamily="34" charset="0"/>
              </a:rPr>
              <a:pPr/>
              <a:t>‹#›</a:t>
            </a:fld>
            <a:r>
              <a:rPr lang="fr-FR" sz="1500" dirty="0">
                <a:solidFill>
                  <a:schemeClr val="bg1"/>
                </a:solidFill>
                <a:latin typeface="IBM Plex Sans" panose="020B0503050203000203" pitchFamily="34" charset="0"/>
              </a:rPr>
              <a:t>&gt;</a:t>
            </a:r>
          </a:p>
        </p:txBody>
      </p:sp>
      <p:pic>
        <p:nvPicPr>
          <p:cNvPr id="7" name="Google Shape;171;p23" title="Fichier 5.png">
            <a:extLst>
              <a:ext uri="{FF2B5EF4-FFF2-40B4-BE49-F238E27FC236}">
                <a16:creationId xmlns:a16="http://schemas.microsoft.com/office/drawing/2014/main" id="{D1C261A9-F05A-F2AE-CD88-EDA78635C0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b="-250"/>
          <a:stretch/>
        </p:blipFill>
        <p:spPr>
          <a:xfrm>
            <a:off x="7901796" y="-1"/>
            <a:ext cx="4290204" cy="5662475"/>
          </a:xfrm>
          <a:prstGeom prst="rect">
            <a:avLst/>
          </a:prstGeom>
          <a:noFill/>
          <a:ln>
            <a:noFill/>
          </a:ln>
        </p:spPr>
      </p:pic>
      <p:sp>
        <p:nvSpPr>
          <p:cNvPr id="9" name="Espace réservé du texte 8">
            <a:extLst>
              <a:ext uri="{FF2B5EF4-FFF2-40B4-BE49-F238E27FC236}">
                <a16:creationId xmlns:a16="http://schemas.microsoft.com/office/drawing/2014/main" id="{3BE4672D-2F38-39DB-A209-D26482C908B0}"/>
              </a:ext>
            </a:extLst>
          </p:cNvPr>
          <p:cNvSpPr>
            <a:spLocks noGrp="1"/>
          </p:cNvSpPr>
          <p:nvPr>
            <p:ph type="body" sz="quarter" idx="10" hasCustomPrompt="1"/>
          </p:nvPr>
        </p:nvSpPr>
        <p:spPr>
          <a:xfrm>
            <a:off x="363747" y="3044825"/>
            <a:ext cx="7288003" cy="1069975"/>
          </a:xfrm>
        </p:spPr>
        <p:txBody>
          <a:bodyPr>
            <a:noAutofit/>
          </a:bodyPr>
          <a:lstStyle>
            <a:lvl1pPr marL="0" indent="0" algn="ctr">
              <a:buNone/>
              <a:defRPr sz="2000">
                <a:solidFill>
                  <a:srgbClr val="FFFFFF"/>
                </a:solidFill>
                <a:latin typeface="IBM Plex Sans" panose="020B0503050203000203" pitchFamily="34" charset="0"/>
              </a:defRPr>
            </a:lvl1pPr>
            <a:lvl2pPr>
              <a:defRPr sz="2000">
                <a:solidFill>
                  <a:srgbClr val="FFFFFF"/>
                </a:solidFill>
                <a:latin typeface="IBM Plex Sans" panose="020B0503050203000203" pitchFamily="34" charset="0"/>
              </a:defRPr>
            </a:lvl2pPr>
            <a:lvl3pPr>
              <a:defRPr sz="2000">
                <a:solidFill>
                  <a:srgbClr val="FFFFFF"/>
                </a:solidFill>
                <a:latin typeface="IBM Plex Sans" panose="020B0503050203000203" pitchFamily="34" charset="0"/>
              </a:defRPr>
            </a:lvl3pPr>
            <a:lvl4pPr>
              <a:defRPr sz="2000">
                <a:solidFill>
                  <a:srgbClr val="FFFFFF"/>
                </a:solidFill>
                <a:latin typeface="IBM Plex Sans" panose="020B0503050203000203" pitchFamily="34" charset="0"/>
              </a:defRPr>
            </a:lvl4pPr>
            <a:lvl5pPr>
              <a:defRPr sz="2000">
                <a:solidFill>
                  <a:srgbClr val="FFFFFF"/>
                </a:solidFill>
                <a:latin typeface="IBM Plex Sans" panose="020B0503050203000203" pitchFamily="34" charset="0"/>
              </a:defRPr>
            </a:lvl5pPr>
          </a:lstStyle>
          <a:p>
            <a:pPr lvl="0"/>
            <a:r>
              <a:rPr lang="fr-FR" dirty="0"/>
              <a:t>&lt; Vous pouvez sur cette slide inclure</a:t>
            </a:r>
          </a:p>
          <a:p>
            <a:pPr lvl="0"/>
            <a:r>
              <a:rPr lang="fr-FR" dirty="0"/>
              <a:t>Une citation à mettre en avant. /&gt;</a:t>
            </a:r>
          </a:p>
        </p:txBody>
      </p:sp>
      <p:sp>
        <p:nvSpPr>
          <p:cNvPr id="10" name="Espace réservé du texte 8">
            <a:extLst>
              <a:ext uri="{FF2B5EF4-FFF2-40B4-BE49-F238E27FC236}">
                <a16:creationId xmlns:a16="http://schemas.microsoft.com/office/drawing/2014/main" id="{16954CBA-20C8-1F3B-8126-568401777A6A}"/>
              </a:ext>
            </a:extLst>
          </p:cNvPr>
          <p:cNvSpPr>
            <a:spLocks noGrp="1"/>
          </p:cNvSpPr>
          <p:nvPr>
            <p:ph type="body" sz="quarter" idx="11" hasCustomPrompt="1"/>
          </p:nvPr>
        </p:nvSpPr>
        <p:spPr>
          <a:xfrm>
            <a:off x="363747" y="4275526"/>
            <a:ext cx="7288003" cy="1069975"/>
          </a:xfrm>
        </p:spPr>
        <p:txBody>
          <a:bodyPr>
            <a:noAutofit/>
          </a:bodyPr>
          <a:lstStyle>
            <a:lvl1pPr marL="0" indent="0" algn="ctr">
              <a:buNone/>
              <a:defRPr sz="1700" i="1">
                <a:solidFill>
                  <a:srgbClr val="FFFFFF"/>
                </a:solidFill>
                <a:latin typeface="IBM Plex Sans" panose="020B0503050203000203" pitchFamily="34" charset="0"/>
              </a:defRPr>
            </a:lvl1pPr>
            <a:lvl2pPr>
              <a:defRPr sz="2000">
                <a:solidFill>
                  <a:srgbClr val="FFFFFF"/>
                </a:solidFill>
                <a:latin typeface="IBM Plex Sans" panose="020B0503050203000203" pitchFamily="34" charset="0"/>
              </a:defRPr>
            </a:lvl2pPr>
            <a:lvl3pPr>
              <a:defRPr sz="2000">
                <a:solidFill>
                  <a:srgbClr val="FFFFFF"/>
                </a:solidFill>
                <a:latin typeface="IBM Plex Sans" panose="020B0503050203000203" pitchFamily="34" charset="0"/>
              </a:defRPr>
            </a:lvl3pPr>
            <a:lvl4pPr>
              <a:defRPr sz="2000">
                <a:solidFill>
                  <a:srgbClr val="FFFFFF"/>
                </a:solidFill>
                <a:latin typeface="IBM Plex Sans" panose="020B0503050203000203" pitchFamily="34" charset="0"/>
              </a:defRPr>
            </a:lvl4pPr>
            <a:lvl5pPr>
              <a:defRPr sz="2000">
                <a:solidFill>
                  <a:srgbClr val="FFFFFF"/>
                </a:solidFill>
                <a:latin typeface="IBM Plex Sans" panose="020B0503050203000203" pitchFamily="34" charset="0"/>
              </a:defRPr>
            </a:lvl5pPr>
          </a:lstStyle>
          <a:p>
            <a:pPr lvl="0"/>
            <a:r>
              <a:rPr lang="fr-FR" dirty="0"/>
              <a:t>Nom Prénom, Fonction</a:t>
            </a:r>
          </a:p>
        </p:txBody>
      </p:sp>
    </p:spTree>
    <p:extLst>
      <p:ext uri="{BB962C8B-B14F-4D97-AF65-F5344CB8AC3E}">
        <p14:creationId xmlns:p14="http://schemas.microsoft.com/office/powerpoint/2010/main" val="2828274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position vide (blanc)">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C108290-D761-0A5C-30AF-32646D2D7CA6}"/>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013AFB"/>
                </a:solidFill>
                <a:latin typeface="IBM Plex Sans" panose="020B0503050203000203" pitchFamily="34" charset="0"/>
              </a:rPr>
              <a:t>&lt;</a:t>
            </a:r>
            <a:fld id="{FC5F32F1-593F-4499-ABC1-06509EC27309}" type="slidenum">
              <a:rPr lang="fr-FR" sz="1500" smtClean="0">
                <a:solidFill>
                  <a:srgbClr val="013AFB"/>
                </a:solidFill>
                <a:latin typeface="IBM Plex Sans" panose="020B0503050203000203" pitchFamily="34" charset="0"/>
              </a:rPr>
              <a:pPr/>
              <a:t>‹#›</a:t>
            </a:fld>
            <a:r>
              <a:rPr lang="fr-FR" sz="1500" dirty="0">
                <a:solidFill>
                  <a:srgbClr val="013AFB"/>
                </a:solidFill>
                <a:latin typeface="IBM Plex Sans" panose="020B0503050203000203" pitchFamily="34" charset="0"/>
              </a:rPr>
              <a:t>&gt;</a:t>
            </a:r>
          </a:p>
        </p:txBody>
      </p:sp>
    </p:spTree>
    <p:extLst>
      <p:ext uri="{BB962C8B-B14F-4D97-AF65-F5344CB8AC3E}">
        <p14:creationId xmlns:p14="http://schemas.microsoft.com/office/powerpoint/2010/main" val="834302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position vide (bleu)">
    <p:bg>
      <p:bgPr>
        <a:solidFill>
          <a:srgbClr val="013AFB"/>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C108290-D761-0A5C-30AF-32646D2D7CA6}"/>
              </a:ext>
            </a:extLst>
          </p:cNvPr>
          <p:cNvSpPr txBox="1">
            <a:spLocks/>
          </p:cNvSpPr>
          <p:nvPr userDrawn="1"/>
        </p:nvSpPr>
        <p:spPr>
          <a:xfrm>
            <a:off x="9309340" y="631190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500" dirty="0">
                <a:solidFill>
                  <a:srgbClr val="FFFFFF"/>
                </a:solidFill>
                <a:latin typeface="IBM Plex Sans" panose="020B0503050203000203" pitchFamily="34" charset="0"/>
              </a:rPr>
              <a:t>&lt;</a:t>
            </a:r>
            <a:fld id="{FC5F32F1-593F-4499-ABC1-06509EC27309}" type="slidenum">
              <a:rPr lang="fr-FR" sz="1500" smtClean="0">
                <a:solidFill>
                  <a:srgbClr val="FFFFFF"/>
                </a:solidFill>
                <a:latin typeface="IBM Plex Sans" panose="020B0503050203000203" pitchFamily="34" charset="0"/>
              </a:rPr>
              <a:pPr/>
              <a:t>‹#›</a:t>
            </a:fld>
            <a:r>
              <a:rPr lang="fr-FR" sz="1500" dirty="0">
                <a:solidFill>
                  <a:srgbClr val="FFFFFF"/>
                </a:solidFill>
                <a:latin typeface="IBM Plex Sans" panose="020B0503050203000203" pitchFamily="34" charset="0"/>
              </a:rPr>
              <a:t>&gt;</a:t>
            </a:r>
          </a:p>
        </p:txBody>
      </p:sp>
    </p:spTree>
    <p:extLst>
      <p:ext uri="{BB962C8B-B14F-4D97-AF65-F5344CB8AC3E}">
        <p14:creationId xmlns:p14="http://schemas.microsoft.com/office/powerpoint/2010/main" val="3841167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DAFBD0D-7CCA-913F-F750-9E4BED82EB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DB6AC83-53CB-5F3F-8A9E-C2FA30BB47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66D104-6F0F-3940-1538-95C0308656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4F14C-D8F8-4F82-BB45-BBD870CE3440}" type="datetimeFigureOut">
              <a:rPr lang="fr-FR" smtClean="0"/>
              <a:t>02/09/2025</a:t>
            </a:fld>
            <a:endParaRPr lang="fr-FR"/>
          </a:p>
        </p:txBody>
      </p:sp>
      <p:sp>
        <p:nvSpPr>
          <p:cNvPr id="5" name="Espace réservé du pied de page 4">
            <a:extLst>
              <a:ext uri="{FF2B5EF4-FFF2-40B4-BE49-F238E27FC236}">
                <a16:creationId xmlns:a16="http://schemas.microsoft.com/office/drawing/2014/main" id="{207A7337-B0DD-0014-D64C-D3F8B13CC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B5B2F5F-3345-0FC8-716D-8C78FADC5A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5F32F1-593F-4499-ABC1-06509EC27309}" type="slidenum">
              <a:rPr lang="fr-FR" smtClean="0"/>
              <a:t>‹#›</a:t>
            </a:fld>
            <a:endParaRPr lang="fr-FR"/>
          </a:p>
        </p:txBody>
      </p:sp>
    </p:spTree>
    <p:extLst>
      <p:ext uri="{BB962C8B-B14F-4D97-AF65-F5344CB8AC3E}">
        <p14:creationId xmlns:p14="http://schemas.microsoft.com/office/powerpoint/2010/main" val="1554704152"/>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60" r:id="rId3"/>
    <p:sldLayoutId id="2147483650" r:id="rId4"/>
    <p:sldLayoutId id="2147483661" r:id="rId5"/>
    <p:sldLayoutId id="2147483662" r:id="rId6"/>
    <p:sldLayoutId id="2147483663" r:id="rId7"/>
    <p:sldLayoutId id="2147483664" r:id="rId8"/>
    <p:sldLayoutId id="2147483669" r:id="rId9"/>
    <p:sldLayoutId id="2147483667" r:id="rId10"/>
    <p:sldLayoutId id="2147483665" r:id="rId11"/>
    <p:sldLayoutId id="214748366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Layout" Target="../slideLayouts/slideLayout11.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11.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4.png"/><Relationship Id="rId1" Type="http://schemas.openxmlformats.org/officeDocument/2006/relationships/slideLayout" Target="../slideLayouts/slideLayout11.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3AF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4D0D4B-0F2B-E4B1-7D78-EF44D8A0F937}"/>
              </a:ext>
            </a:extLst>
          </p:cNvPr>
          <p:cNvSpPr>
            <a:spLocks noGrp="1"/>
          </p:cNvSpPr>
          <p:nvPr>
            <p:ph type="ctrTitle"/>
          </p:nvPr>
        </p:nvSpPr>
        <p:spPr/>
        <p:txBody>
          <a:bodyPr/>
          <a:lstStyle/>
          <a:p>
            <a:r>
              <a:rPr lang="fr-FR" dirty="0"/>
              <a:t>TITRE-86</a:t>
            </a:r>
            <a:r>
              <a:rPr lang="fr-FR" dirty="0">
                <a:solidFill>
                  <a:srgbClr val="FF5F3A"/>
                </a:solidFill>
              </a:rPr>
              <a:t>_</a:t>
            </a:r>
          </a:p>
        </p:txBody>
      </p:sp>
      <p:sp>
        <p:nvSpPr>
          <p:cNvPr id="3" name="Sous-titre 2">
            <a:extLst>
              <a:ext uri="{FF2B5EF4-FFF2-40B4-BE49-F238E27FC236}">
                <a16:creationId xmlns:a16="http://schemas.microsoft.com/office/drawing/2014/main" id="{DE8ED0B8-0DEF-1ABC-A014-CFC41C681ABE}"/>
              </a:ext>
            </a:extLst>
          </p:cNvPr>
          <p:cNvSpPr>
            <a:spLocks noGrp="1"/>
          </p:cNvSpPr>
          <p:nvPr>
            <p:ph type="subTitle" idx="1"/>
          </p:nvPr>
        </p:nvSpPr>
        <p:spPr/>
        <p:txBody>
          <a:bodyPr/>
          <a:lstStyle/>
          <a:p>
            <a:r>
              <a:rPr lang="fr-FR" dirty="0"/>
              <a:t>&lt;Sous-titre optionnel – 28&gt;</a:t>
            </a:r>
          </a:p>
        </p:txBody>
      </p:sp>
    </p:spTree>
    <p:extLst>
      <p:ext uri="{BB962C8B-B14F-4D97-AF65-F5344CB8AC3E}">
        <p14:creationId xmlns:p14="http://schemas.microsoft.com/office/powerpoint/2010/main" val="2693611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94DC0B-97E3-5866-419D-D78331EFB648}"/>
              </a:ext>
            </a:extLst>
          </p:cNvPr>
          <p:cNvSpPr>
            <a:spLocks noGrp="1"/>
          </p:cNvSpPr>
          <p:nvPr>
            <p:ph type="title"/>
          </p:nvPr>
        </p:nvSpPr>
        <p:spPr/>
        <p:txBody>
          <a:bodyPr/>
          <a:lstStyle/>
          <a:p>
            <a:r>
              <a:rPr lang="fr-FR" dirty="0"/>
              <a:t>SOMMAIRE</a:t>
            </a:r>
            <a:r>
              <a:rPr lang="fr-FR" dirty="0">
                <a:solidFill>
                  <a:srgbClr val="00FF97"/>
                </a:solidFill>
              </a:rPr>
              <a:t>_</a:t>
            </a:r>
          </a:p>
        </p:txBody>
      </p:sp>
      <p:sp>
        <p:nvSpPr>
          <p:cNvPr id="3" name="Espace réservé du texte 2">
            <a:extLst>
              <a:ext uri="{FF2B5EF4-FFF2-40B4-BE49-F238E27FC236}">
                <a16:creationId xmlns:a16="http://schemas.microsoft.com/office/drawing/2014/main" id="{C3B4FC32-AC72-EB30-F536-17DC093270C0}"/>
              </a:ext>
            </a:extLst>
          </p:cNvPr>
          <p:cNvSpPr>
            <a:spLocks noGrp="1"/>
          </p:cNvSpPr>
          <p:nvPr>
            <p:ph type="body" sz="quarter" idx="13"/>
          </p:nvPr>
        </p:nvSpPr>
        <p:spPr/>
        <p:txBody>
          <a:bodyPr/>
          <a:lstStyle/>
          <a:p>
            <a:pPr marL="0" lvl="0" indent="0">
              <a:lnSpc>
                <a:spcPct val="130000"/>
              </a:lnSpc>
              <a:spcBef>
                <a:spcPts val="0"/>
              </a:spcBef>
              <a:buNone/>
            </a:pPr>
            <a:r>
              <a:rPr lang="fr-FR" dirty="0">
                <a:solidFill>
                  <a:srgbClr val="013AFB"/>
                </a:solidFill>
                <a:latin typeface="IBM Plex Sans"/>
                <a:ea typeface="IBM Plex Sans"/>
                <a:cs typeface="IBM Plex Sans"/>
                <a:sym typeface="IBM Plex Sans"/>
              </a:rPr>
              <a:t>&lt;01_ Lorem ipsum - 22 /&gt;</a:t>
            </a:r>
          </a:p>
          <a:p>
            <a:pPr marL="0" lvl="0" indent="0">
              <a:lnSpc>
                <a:spcPct val="130000"/>
              </a:lnSpc>
              <a:spcBef>
                <a:spcPts val="0"/>
              </a:spcBef>
              <a:buClr>
                <a:schemeClr val="dk1"/>
              </a:buClr>
              <a:buSzPts val="1100"/>
              <a:buNone/>
            </a:pPr>
            <a:r>
              <a:rPr lang="fr-FR" dirty="0">
                <a:solidFill>
                  <a:srgbClr val="013AFB"/>
                </a:solidFill>
                <a:latin typeface="IBM Plex Sans"/>
                <a:ea typeface="IBM Plex Sans"/>
                <a:cs typeface="IBM Plex Sans"/>
                <a:sym typeface="IBM Plex Sans"/>
              </a:rPr>
              <a:t>&lt;02_ </a:t>
            </a:r>
            <a:r>
              <a:rPr lang="fr-FR" dirty="0" err="1">
                <a:solidFill>
                  <a:srgbClr val="013AFB"/>
                </a:solidFill>
                <a:latin typeface="IBM Plex Sans"/>
                <a:ea typeface="IBM Plex Sans"/>
                <a:cs typeface="IBM Plex Sans"/>
                <a:sym typeface="IBM Plex Sans"/>
              </a:rPr>
              <a:t>Dolor</a:t>
            </a:r>
            <a:r>
              <a:rPr lang="fr-FR" dirty="0">
                <a:solidFill>
                  <a:srgbClr val="013AFB"/>
                </a:solidFill>
                <a:latin typeface="IBM Plex Sans"/>
                <a:ea typeface="IBM Plex Sans"/>
                <a:cs typeface="IBM Plex Sans"/>
                <a:sym typeface="IBM Plex Sans"/>
              </a:rPr>
              <a:t> </a:t>
            </a:r>
            <a:r>
              <a:rPr lang="fr-FR" dirty="0" err="1">
                <a:solidFill>
                  <a:srgbClr val="013AFB"/>
                </a:solidFill>
                <a:latin typeface="IBM Plex Sans"/>
                <a:ea typeface="IBM Plex Sans"/>
                <a:cs typeface="IBM Plex Sans"/>
                <a:sym typeface="IBM Plex Sans"/>
              </a:rPr>
              <a:t>sit</a:t>
            </a:r>
            <a:r>
              <a:rPr lang="fr-FR" dirty="0">
                <a:solidFill>
                  <a:srgbClr val="013AFB"/>
                </a:solidFill>
                <a:latin typeface="IBM Plex Sans"/>
                <a:ea typeface="IBM Plex Sans"/>
                <a:cs typeface="IBM Plex Sans"/>
                <a:sym typeface="IBM Plex Sans"/>
              </a:rPr>
              <a:t> </a:t>
            </a:r>
            <a:r>
              <a:rPr lang="fr-FR" dirty="0" err="1">
                <a:solidFill>
                  <a:srgbClr val="013AFB"/>
                </a:solidFill>
                <a:latin typeface="IBM Plex Sans"/>
                <a:ea typeface="IBM Plex Sans"/>
                <a:cs typeface="IBM Plex Sans"/>
                <a:sym typeface="IBM Plex Sans"/>
              </a:rPr>
              <a:t>amet</a:t>
            </a:r>
            <a:r>
              <a:rPr lang="fr-FR" dirty="0">
                <a:solidFill>
                  <a:srgbClr val="013AFB"/>
                </a:solidFill>
                <a:latin typeface="IBM Plex Sans"/>
                <a:ea typeface="IBM Plex Sans"/>
                <a:cs typeface="IBM Plex Sans"/>
                <a:sym typeface="IBM Plex Sans"/>
              </a:rPr>
              <a:t> /&gt;</a:t>
            </a:r>
          </a:p>
          <a:p>
            <a:pPr marL="0" lvl="0" indent="0">
              <a:lnSpc>
                <a:spcPct val="130000"/>
              </a:lnSpc>
              <a:spcBef>
                <a:spcPts val="0"/>
              </a:spcBef>
              <a:buClr>
                <a:schemeClr val="dk1"/>
              </a:buClr>
              <a:buSzPts val="1100"/>
              <a:buNone/>
            </a:pPr>
            <a:r>
              <a:rPr lang="fr-FR" dirty="0">
                <a:solidFill>
                  <a:srgbClr val="013AFB"/>
                </a:solidFill>
                <a:latin typeface="IBM Plex Sans"/>
                <a:ea typeface="IBM Plex Sans"/>
                <a:cs typeface="IBM Plex Sans"/>
                <a:sym typeface="IBM Plex Sans"/>
              </a:rPr>
              <a:t>&lt;03_ </a:t>
            </a:r>
            <a:r>
              <a:rPr lang="fr-FR" dirty="0" err="1">
                <a:solidFill>
                  <a:srgbClr val="013AFB"/>
                </a:solidFill>
                <a:latin typeface="IBM Plex Sans"/>
                <a:ea typeface="IBM Plex Sans"/>
                <a:cs typeface="IBM Plex Sans"/>
                <a:sym typeface="IBM Plex Sans"/>
              </a:rPr>
              <a:t>Consectetur</a:t>
            </a:r>
            <a:r>
              <a:rPr lang="fr-FR" dirty="0">
                <a:solidFill>
                  <a:srgbClr val="013AFB"/>
                </a:solidFill>
                <a:latin typeface="IBM Plex Sans"/>
                <a:ea typeface="IBM Plex Sans"/>
                <a:cs typeface="IBM Plex Sans"/>
                <a:sym typeface="IBM Plex Sans"/>
              </a:rPr>
              <a:t> /&gt;</a:t>
            </a:r>
          </a:p>
          <a:p>
            <a:pPr marL="0" lvl="0" indent="0">
              <a:lnSpc>
                <a:spcPct val="130000"/>
              </a:lnSpc>
              <a:spcBef>
                <a:spcPts val="0"/>
              </a:spcBef>
              <a:buClr>
                <a:schemeClr val="dk1"/>
              </a:buClr>
              <a:buSzPts val="1100"/>
              <a:buNone/>
            </a:pPr>
            <a:r>
              <a:rPr lang="fr-FR" dirty="0">
                <a:solidFill>
                  <a:srgbClr val="013AFB"/>
                </a:solidFill>
                <a:latin typeface="IBM Plex Sans"/>
                <a:ea typeface="IBM Plex Sans"/>
                <a:cs typeface="IBM Plex Sans"/>
                <a:sym typeface="IBM Plex Sans"/>
              </a:rPr>
              <a:t>&lt;04_ Lorem ipsum /&gt;</a:t>
            </a:r>
          </a:p>
          <a:p>
            <a:pPr marL="0" lvl="0" indent="0">
              <a:lnSpc>
                <a:spcPct val="130000"/>
              </a:lnSpc>
              <a:spcBef>
                <a:spcPts val="0"/>
              </a:spcBef>
              <a:buClr>
                <a:schemeClr val="dk1"/>
              </a:buClr>
              <a:buSzPts val="1100"/>
              <a:buNone/>
            </a:pPr>
            <a:r>
              <a:rPr lang="fr-FR" dirty="0">
                <a:solidFill>
                  <a:srgbClr val="013AFB"/>
                </a:solidFill>
                <a:latin typeface="IBM Plex Sans"/>
                <a:ea typeface="IBM Plex Sans"/>
                <a:cs typeface="IBM Plex Sans"/>
                <a:sym typeface="IBM Plex Sans"/>
              </a:rPr>
              <a:t>&lt;05_ </a:t>
            </a:r>
            <a:r>
              <a:rPr lang="fr-FR" dirty="0" err="1">
                <a:solidFill>
                  <a:srgbClr val="013AFB"/>
                </a:solidFill>
                <a:latin typeface="IBM Plex Sans"/>
                <a:ea typeface="IBM Plex Sans"/>
                <a:cs typeface="IBM Plex Sans"/>
                <a:sym typeface="IBM Plex Sans"/>
              </a:rPr>
              <a:t>Dolor</a:t>
            </a:r>
            <a:r>
              <a:rPr lang="fr-FR" dirty="0">
                <a:solidFill>
                  <a:srgbClr val="013AFB"/>
                </a:solidFill>
                <a:latin typeface="IBM Plex Sans"/>
                <a:ea typeface="IBM Plex Sans"/>
                <a:cs typeface="IBM Plex Sans"/>
                <a:sym typeface="IBM Plex Sans"/>
              </a:rPr>
              <a:t> </a:t>
            </a:r>
            <a:r>
              <a:rPr lang="fr-FR" dirty="0" err="1">
                <a:solidFill>
                  <a:srgbClr val="013AFB"/>
                </a:solidFill>
                <a:latin typeface="IBM Plex Sans"/>
                <a:ea typeface="IBM Plex Sans"/>
                <a:cs typeface="IBM Plex Sans"/>
                <a:sym typeface="IBM Plex Sans"/>
              </a:rPr>
              <a:t>sit</a:t>
            </a:r>
            <a:r>
              <a:rPr lang="fr-FR" dirty="0">
                <a:solidFill>
                  <a:srgbClr val="013AFB"/>
                </a:solidFill>
                <a:latin typeface="IBM Plex Sans"/>
                <a:ea typeface="IBM Plex Sans"/>
                <a:cs typeface="IBM Plex Sans"/>
                <a:sym typeface="IBM Plex Sans"/>
              </a:rPr>
              <a:t> </a:t>
            </a:r>
            <a:r>
              <a:rPr lang="fr-FR" dirty="0" err="1">
                <a:solidFill>
                  <a:srgbClr val="013AFB"/>
                </a:solidFill>
                <a:latin typeface="IBM Plex Sans"/>
                <a:ea typeface="IBM Plex Sans"/>
                <a:cs typeface="IBM Plex Sans"/>
                <a:sym typeface="IBM Plex Sans"/>
              </a:rPr>
              <a:t>amet</a:t>
            </a:r>
            <a:r>
              <a:rPr lang="fr-FR" dirty="0">
                <a:solidFill>
                  <a:srgbClr val="013AFB"/>
                </a:solidFill>
                <a:latin typeface="IBM Plex Sans"/>
                <a:ea typeface="IBM Plex Sans"/>
                <a:cs typeface="IBM Plex Sans"/>
                <a:sym typeface="IBM Plex Sans"/>
              </a:rPr>
              <a:t> /&gt;</a:t>
            </a:r>
          </a:p>
          <a:p>
            <a:pPr marL="0" lvl="0" indent="0">
              <a:lnSpc>
                <a:spcPct val="130000"/>
              </a:lnSpc>
              <a:spcBef>
                <a:spcPts val="0"/>
              </a:spcBef>
              <a:buNone/>
            </a:pPr>
            <a:r>
              <a:rPr lang="fr-FR" dirty="0">
                <a:solidFill>
                  <a:srgbClr val="013AFB"/>
                </a:solidFill>
                <a:latin typeface="IBM Plex Sans"/>
                <a:ea typeface="IBM Plex Sans"/>
                <a:cs typeface="IBM Plex Sans"/>
                <a:sym typeface="IBM Plex Sans"/>
              </a:rPr>
              <a:t>&lt;06_ </a:t>
            </a:r>
            <a:r>
              <a:rPr lang="fr-FR" dirty="0" err="1">
                <a:solidFill>
                  <a:srgbClr val="013AFB"/>
                </a:solidFill>
                <a:latin typeface="IBM Plex Sans"/>
                <a:ea typeface="IBM Plex Sans"/>
                <a:cs typeface="IBM Plex Sans"/>
                <a:sym typeface="IBM Plex Sans"/>
              </a:rPr>
              <a:t>Consectetur</a:t>
            </a:r>
            <a:r>
              <a:rPr lang="fr-FR" dirty="0">
                <a:solidFill>
                  <a:srgbClr val="013AFB"/>
                </a:solidFill>
                <a:latin typeface="IBM Plex Sans"/>
                <a:ea typeface="IBM Plex Sans"/>
                <a:cs typeface="IBM Plex Sans"/>
                <a:sym typeface="IBM Plex Sans"/>
              </a:rPr>
              <a:t> /&gt;</a:t>
            </a:r>
          </a:p>
          <a:p>
            <a:pPr marL="0" indent="0">
              <a:buNone/>
            </a:pPr>
            <a:endParaRPr lang="fr-FR" dirty="0"/>
          </a:p>
        </p:txBody>
      </p:sp>
    </p:spTree>
    <p:extLst>
      <p:ext uri="{BB962C8B-B14F-4D97-AF65-F5344CB8AC3E}">
        <p14:creationId xmlns:p14="http://schemas.microsoft.com/office/powerpoint/2010/main" val="3264960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1CED2DC-BE37-A5C8-73E3-A8601E0398A1}"/>
              </a:ext>
            </a:extLst>
          </p:cNvPr>
          <p:cNvSpPr>
            <a:spLocks noGrp="1"/>
          </p:cNvSpPr>
          <p:nvPr>
            <p:ph type="title"/>
          </p:nvPr>
        </p:nvSpPr>
        <p:spPr/>
        <p:txBody>
          <a:bodyPr/>
          <a:lstStyle/>
          <a:p>
            <a:r>
              <a:rPr lang="fr-FR" dirty="0"/>
              <a:t>INTERCALAIRE</a:t>
            </a:r>
            <a:r>
              <a:rPr lang="fr-FR" dirty="0">
                <a:solidFill>
                  <a:srgbClr val="FF1EF7"/>
                </a:solidFill>
              </a:rPr>
              <a:t>_</a:t>
            </a:r>
          </a:p>
        </p:txBody>
      </p:sp>
      <p:sp>
        <p:nvSpPr>
          <p:cNvPr id="5" name="Espace réservé du texte 4">
            <a:extLst>
              <a:ext uri="{FF2B5EF4-FFF2-40B4-BE49-F238E27FC236}">
                <a16:creationId xmlns:a16="http://schemas.microsoft.com/office/drawing/2014/main" id="{6B9F7370-4A48-615A-C46A-EE96EB3DC20F}"/>
              </a:ext>
            </a:extLst>
          </p:cNvPr>
          <p:cNvSpPr>
            <a:spLocks noGrp="1"/>
          </p:cNvSpPr>
          <p:nvPr>
            <p:ph type="body" sz="quarter" idx="10"/>
          </p:nvPr>
        </p:nvSpPr>
        <p:spPr/>
        <p:txBody>
          <a:bodyPr/>
          <a:lstStyle/>
          <a:p>
            <a:r>
              <a:rPr lang="fr-FR" dirty="0"/>
              <a:t>01</a:t>
            </a:r>
          </a:p>
        </p:txBody>
      </p:sp>
    </p:spTree>
    <p:extLst>
      <p:ext uri="{BB962C8B-B14F-4D97-AF65-F5344CB8AC3E}">
        <p14:creationId xmlns:p14="http://schemas.microsoft.com/office/powerpoint/2010/main" val="1373540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6034EC3-DD75-B8D9-D345-3866650ED555}"/>
              </a:ext>
            </a:extLst>
          </p:cNvPr>
          <p:cNvSpPr>
            <a:spLocks noGrp="1"/>
          </p:cNvSpPr>
          <p:nvPr>
            <p:ph type="title"/>
          </p:nvPr>
        </p:nvSpPr>
        <p:spPr/>
        <p:txBody>
          <a:bodyPr/>
          <a:lstStyle/>
          <a:p>
            <a:r>
              <a:rPr lang="fr-FR" dirty="0"/>
              <a:t>TITRE-86</a:t>
            </a:r>
            <a:r>
              <a:rPr lang="fr-FR" dirty="0">
                <a:solidFill>
                  <a:srgbClr val="FF5F3A"/>
                </a:solidFill>
              </a:rPr>
              <a:t>_</a:t>
            </a:r>
          </a:p>
        </p:txBody>
      </p:sp>
      <p:sp>
        <p:nvSpPr>
          <p:cNvPr id="5" name="Espace réservé du contenu 4">
            <a:extLst>
              <a:ext uri="{FF2B5EF4-FFF2-40B4-BE49-F238E27FC236}">
                <a16:creationId xmlns:a16="http://schemas.microsoft.com/office/drawing/2014/main" id="{C48B36CA-D88F-67FB-BA6B-4A8A3604E158}"/>
              </a:ext>
            </a:extLst>
          </p:cNvPr>
          <p:cNvSpPr>
            <a:spLocks noGrp="1"/>
          </p:cNvSpPr>
          <p:nvPr>
            <p:ph idx="1"/>
          </p:nvPr>
        </p:nvSpPr>
        <p:spPr/>
        <p:txBody>
          <a:bodyPr>
            <a:normAutofit fontScale="85000" lnSpcReduction="10000"/>
          </a:bodyPr>
          <a:lstStyle/>
          <a:p>
            <a:pPr marL="0" indent="0">
              <a:buNone/>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Lorem ipsum </a:t>
            </a:r>
            <a:r>
              <a:rPr lang="fr-FR" dirty="0" err="1">
                <a:solidFill>
                  <a:schemeClr val="dk1"/>
                </a:solidFill>
                <a:latin typeface="IBM Plex Sans"/>
                <a:ea typeface="IBM Plex Sans"/>
                <a:cs typeface="IBM Plex Sans"/>
                <a:sym typeface="IBM Plex Sans"/>
              </a:rPr>
              <a:t>dolor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consectetur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adipiscing</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Cras tristique </a:t>
            </a:r>
            <a:r>
              <a:rPr lang="fr-FR" dirty="0" err="1">
                <a:solidFill>
                  <a:schemeClr val="dk1"/>
                </a:solidFill>
                <a:latin typeface="IBM Plex Sans"/>
                <a:ea typeface="IBM Plex Sans"/>
                <a:cs typeface="IBM Plex Sans"/>
                <a:sym typeface="IBM Plex Sans"/>
              </a:rPr>
              <a:t>maximus</a:t>
            </a:r>
            <a:r>
              <a:rPr lang="fr-FR" dirty="0">
                <a:solidFill>
                  <a:schemeClr val="dk1"/>
                </a:solidFill>
                <a:latin typeface="IBM Plex Sans"/>
                <a:ea typeface="IBM Plex Sans"/>
                <a:cs typeface="IBM Plex Sans"/>
                <a:sym typeface="IBM Plex Sans"/>
              </a:rPr>
              <a:t> est, </a:t>
            </a:r>
            <a:r>
              <a:rPr lang="fr-FR" dirty="0" err="1">
                <a:solidFill>
                  <a:schemeClr val="dk1"/>
                </a:solidFill>
                <a:latin typeface="IBM Plex Sans"/>
                <a:ea typeface="IBM Plex Sans"/>
                <a:cs typeface="IBM Plex Sans"/>
                <a:sym typeface="IBM Plex Sans"/>
              </a:rPr>
              <a:t>eget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pharetra</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purus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venenatis</a:t>
            </a:r>
            <a:r>
              <a:rPr lang="fr-FR" dirty="0">
                <a:solidFill>
                  <a:schemeClr val="dk1"/>
                </a:solidFill>
                <a:latin typeface="IBM Plex Sans"/>
                <a:ea typeface="IBM Plex Sans"/>
                <a:cs typeface="IBM Plex Sans"/>
                <a:sym typeface="IBM Plex Sans"/>
              </a:rPr>
              <a:t> et. Sed </a:t>
            </a:r>
            <a:r>
              <a:rPr lang="fr-FR" dirty="0" err="1">
                <a:solidFill>
                  <a:schemeClr val="dk1"/>
                </a:solidFill>
                <a:latin typeface="IBM Plex Sans"/>
                <a:ea typeface="IBM Plex Sans"/>
                <a:cs typeface="IBM Plex Sans"/>
                <a:sym typeface="IBM Plex Sans"/>
              </a:rPr>
              <a:t>ullamcorper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risus</a:t>
            </a:r>
            <a:r>
              <a:rPr lang="fr-FR" dirty="0">
                <a:solidFill>
                  <a:schemeClr val="dk1"/>
                </a:solidFill>
                <a:latin typeface="IBM Plex Sans"/>
                <a:ea typeface="IBM Plex Sans"/>
                <a:cs typeface="IBM Plex Sans"/>
                <a:sym typeface="IBM Plex Sans"/>
              </a:rPr>
              <a:t> vitae rhoncus </a:t>
            </a:r>
            <a:r>
              <a:rPr lang="fr-FR" dirty="0" err="1">
                <a:solidFill>
                  <a:schemeClr val="dk1"/>
                </a:solidFill>
                <a:latin typeface="IBM Plex Sans"/>
                <a:ea typeface="IBM Plex Sans"/>
                <a:cs typeface="IBM Plex Sans"/>
                <a:sym typeface="IBM Plex Sans"/>
              </a:rPr>
              <a:t>aliquam</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tellus</a:t>
            </a:r>
            <a:r>
              <a:rPr lang="fr-FR" dirty="0">
                <a:solidFill>
                  <a:schemeClr val="dk1"/>
                </a:solidFill>
                <a:latin typeface="IBM Plex Sans"/>
                <a:ea typeface="IBM Plex Sans"/>
                <a:cs typeface="IBM Plex Sans"/>
                <a:sym typeface="IBM Plex Sans"/>
              </a:rPr>
              <a:t> est </a:t>
            </a:r>
            <a:r>
              <a:rPr lang="fr-FR" dirty="0" err="1">
                <a:solidFill>
                  <a:schemeClr val="dk1"/>
                </a:solidFill>
                <a:latin typeface="IBM Plex Sans"/>
                <a:ea typeface="IBM Plex Sans"/>
                <a:cs typeface="IBM Plex Sans"/>
                <a:sym typeface="IBM Plex Sans"/>
              </a:rPr>
              <a:t>viverra</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risus</a:t>
            </a:r>
            <a:r>
              <a:rPr lang="fr-FR" dirty="0">
                <a:solidFill>
                  <a:schemeClr val="dk1"/>
                </a:solidFill>
                <a:latin typeface="IBM Plex Sans"/>
                <a:ea typeface="IBM Plex Sans"/>
                <a:cs typeface="IBM Plex Sans"/>
                <a:sym typeface="IBM Plex Sans"/>
              </a:rPr>
              <a:t>, et </a:t>
            </a:r>
            <a:r>
              <a:rPr lang="fr-FR" dirty="0" err="1">
                <a:solidFill>
                  <a:schemeClr val="dk1"/>
                </a:solidFill>
                <a:latin typeface="IBM Plex Sans"/>
                <a:ea typeface="IBM Plex Sans"/>
                <a:cs typeface="IBM Plex Sans"/>
                <a:sym typeface="IBM Plex Sans"/>
              </a:rPr>
              <a:t>ultrices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urna</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neque</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venenatis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Nam </a:t>
            </a:r>
            <a:r>
              <a:rPr lang="fr-FR" dirty="0" err="1">
                <a:solidFill>
                  <a:schemeClr val="dk1"/>
                </a:solidFill>
                <a:latin typeface="IBM Plex Sans"/>
                <a:ea typeface="IBM Plex Sans"/>
                <a:cs typeface="IBM Plex Sans"/>
                <a:sym typeface="IBM Plex Sans"/>
              </a:rPr>
              <a:t>tincidunt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imperdiet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augue</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finibus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mauris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facilisis</a:t>
            </a:r>
            <a:r>
              <a:rPr lang="fr-FR" dirty="0">
                <a:solidFill>
                  <a:schemeClr val="dk1"/>
                </a:solidFill>
                <a:latin typeface="IBM Plex Sans"/>
                <a:ea typeface="IBM Plex Sans"/>
                <a:cs typeface="IBM Plex Sans"/>
                <a:sym typeface="IBM Plex Sans"/>
              </a:rPr>
              <a:t> id. In </a:t>
            </a:r>
            <a:r>
              <a:rPr lang="fr-FR" dirty="0" err="1">
                <a:solidFill>
                  <a:schemeClr val="dk1"/>
                </a:solidFill>
                <a:latin typeface="IBM Plex Sans"/>
                <a:ea typeface="IBM Plex Sans"/>
                <a:cs typeface="IBM Plex Sans"/>
                <a:sym typeface="IBM Plex Sans"/>
              </a:rPr>
              <a:t>consectetur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metus</a:t>
            </a:r>
            <a:r>
              <a:rPr lang="fr-FR" dirty="0">
                <a:solidFill>
                  <a:schemeClr val="dk1"/>
                </a:solidFill>
                <a:latin typeface="IBM Plex Sans"/>
                <a:ea typeface="IBM Plex Sans"/>
                <a:cs typeface="IBM Plex Sans"/>
                <a:sym typeface="IBM Plex Sans"/>
              </a:rPr>
              <a:t> vitae </a:t>
            </a:r>
            <a:r>
              <a:rPr lang="fr-FR" dirty="0" err="1">
                <a:solidFill>
                  <a:schemeClr val="dk1"/>
                </a:solidFill>
                <a:latin typeface="IBM Plex Sans"/>
                <a:ea typeface="IBM Plex Sans"/>
                <a:cs typeface="IBM Plex Sans"/>
                <a:sym typeface="IBM Plex Sans"/>
              </a:rPr>
              <a:t>ultrices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volutpat</a:t>
            </a:r>
            <a:r>
              <a:rPr lang="fr-FR" dirty="0">
                <a:solidFill>
                  <a:schemeClr val="dk1"/>
                </a:solidFill>
                <a:latin typeface="IBM Plex Sans"/>
                <a:ea typeface="IBM Plex Sans"/>
                <a:cs typeface="IBM Plex Sans"/>
                <a:sym typeface="IBM Plex Sans"/>
              </a:rPr>
              <a:t>. Suspendisse </a:t>
            </a:r>
            <a:r>
              <a:rPr lang="fr-FR" dirty="0" err="1">
                <a:solidFill>
                  <a:schemeClr val="dk1"/>
                </a:solidFill>
                <a:latin typeface="IBM Plex Sans"/>
                <a:ea typeface="IBM Plex Sans"/>
                <a:cs typeface="IBM Plex Sans"/>
                <a:sym typeface="IBM Plex Sans"/>
              </a:rPr>
              <a:t>condimentum</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facilisis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fermentum</a:t>
            </a:r>
            <a:r>
              <a:rPr lang="fr-FR" dirty="0">
                <a:solidFill>
                  <a:schemeClr val="dk1"/>
                </a:solidFill>
                <a:latin typeface="IBM Plex Sans"/>
                <a:ea typeface="IBM Plex Sans"/>
                <a:cs typeface="IBM Plex Sans"/>
                <a:sym typeface="IBM Plex Sans"/>
              </a:rPr>
              <a:t>. In </a:t>
            </a:r>
            <a:r>
              <a:rPr lang="fr-FR" dirty="0" err="1">
                <a:solidFill>
                  <a:schemeClr val="dk1"/>
                </a:solidFill>
                <a:latin typeface="IBM Plex Sans"/>
                <a:ea typeface="IBM Plex Sans"/>
                <a:cs typeface="IBM Plex Sans"/>
                <a:sym typeface="IBM Plex Sans"/>
              </a:rPr>
              <a:t>consectetur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metus</a:t>
            </a:r>
            <a:r>
              <a:rPr lang="fr-FR" dirty="0">
                <a:solidFill>
                  <a:schemeClr val="dk1"/>
                </a:solidFill>
                <a:latin typeface="IBM Plex Sans"/>
                <a:ea typeface="IBM Plex Sans"/>
                <a:cs typeface="IBM Plex Sans"/>
                <a:sym typeface="IBM Plex Sans"/>
              </a:rPr>
              <a:t> vitae </a:t>
            </a:r>
            <a:r>
              <a:rPr lang="fr-FR" dirty="0" err="1">
                <a:solidFill>
                  <a:schemeClr val="dk1"/>
                </a:solidFill>
                <a:latin typeface="IBM Plex Sans"/>
                <a:ea typeface="IBM Plex Sans"/>
                <a:cs typeface="IBM Plex Sans"/>
                <a:sym typeface="IBM Plex Sans"/>
              </a:rPr>
              <a:t>ultrices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volutpat</a:t>
            </a:r>
            <a:r>
              <a:rPr lang="fr-FR" dirty="0">
                <a:solidFill>
                  <a:schemeClr val="dk1"/>
                </a:solidFill>
                <a:latin typeface="IBM Plex Sans"/>
                <a:ea typeface="IBM Plex Sans"/>
                <a:cs typeface="IBM Plex Sans"/>
                <a:sym typeface="IBM Plex Sans"/>
              </a:rPr>
              <a:t>. Suspendisse </a:t>
            </a:r>
            <a:r>
              <a:rPr lang="fr-FR" dirty="0" err="1">
                <a:solidFill>
                  <a:schemeClr val="dk1"/>
                </a:solidFill>
                <a:latin typeface="IBM Plex Sans"/>
                <a:ea typeface="IBM Plex Sans"/>
                <a:cs typeface="IBM Plex Sans"/>
                <a:sym typeface="IBM Plex Sans"/>
              </a:rPr>
              <a:t>condimentum</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facilisis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fermentum</a:t>
            </a:r>
            <a:r>
              <a:rPr lang="fr-FR" dirty="0">
                <a:solidFill>
                  <a:schemeClr val="dk1"/>
                </a:solidFill>
                <a:latin typeface="IBM Plex Sans"/>
                <a:ea typeface="IBM Plex Sans"/>
                <a:cs typeface="IBM Plex Sans"/>
                <a:sym typeface="IBM Plex Sans"/>
              </a:rPr>
              <a:t>. In </a:t>
            </a:r>
            <a:r>
              <a:rPr lang="fr-FR" dirty="0" err="1">
                <a:solidFill>
                  <a:schemeClr val="dk1"/>
                </a:solidFill>
                <a:latin typeface="IBM Plex Sans"/>
                <a:ea typeface="IBM Plex Sans"/>
                <a:cs typeface="IBM Plex Sans"/>
                <a:sym typeface="IBM Plex Sans"/>
              </a:rPr>
              <a:t>consectetur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metus</a:t>
            </a:r>
            <a:r>
              <a:rPr lang="fr-FR" dirty="0">
                <a:solidFill>
                  <a:schemeClr val="dk1"/>
                </a:solidFill>
                <a:latin typeface="IBM Plex Sans"/>
                <a:ea typeface="IBM Plex Sans"/>
                <a:cs typeface="IBM Plex Sans"/>
                <a:sym typeface="IBM Plex Sans"/>
              </a:rPr>
              <a:t> vitae </a:t>
            </a:r>
            <a:r>
              <a:rPr lang="fr-FR" dirty="0" err="1">
                <a:solidFill>
                  <a:schemeClr val="dk1"/>
                </a:solidFill>
                <a:latin typeface="IBM Plex Sans"/>
                <a:ea typeface="IBM Plex Sans"/>
                <a:cs typeface="IBM Plex Sans"/>
                <a:sym typeface="IBM Plex Sans"/>
              </a:rPr>
              <a:t>ultrices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volutpat</a:t>
            </a:r>
            <a:r>
              <a:rPr lang="fr-FR" dirty="0">
                <a:solidFill>
                  <a:schemeClr val="dk1"/>
                </a:solidFill>
                <a:latin typeface="IBM Plex Sans"/>
                <a:ea typeface="IBM Plex Sans"/>
                <a:cs typeface="IBM Plex Sans"/>
                <a:sym typeface="IBM Plex Sans"/>
              </a:rPr>
              <a:t>. Suspendisse </a:t>
            </a:r>
            <a:r>
              <a:rPr lang="fr-FR" dirty="0" err="1">
                <a:solidFill>
                  <a:schemeClr val="dk1"/>
                </a:solidFill>
                <a:latin typeface="IBM Plex Sans"/>
                <a:ea typeface="IBM Plex Sans"/>
                <a:cs typeface="IBM Plex Sans"/>
                <a:sym typeface="IBM Plex Sans"/>
              </a:rPr>
              <a:t>condimentum</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facilisis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fermentum</a:t>
            </a:r>
            <a:r>
              <a:rPr lang="fr-FR" dirty="0">
                <a:solidFill>
                  <a:schemeClr val="dk1"/>
                </a:solidFill>
                <a:latin typeface="IBM Plex Sans"/>
                <a:ea typeface="IBM Plex Sans"/>
                <a:cs typeface="IBM Plex Sans"/>
                <a:sym typeface="IBM Plex Sans"/>
              </a:rPr>
              <a:t>. In </a:t>
            </a:r>
            <a:r>
              <a:rPr lang="fr-FR" dirty="0" err="1">
                <a:solidFill>
                  <a:schemeClr val="dk1"/>
                </a:solidFill>
                <a:latin typeface="IBM Plex Sans"/>
                <a:ea typeface="IBM Plex Sans"/>
                <a:cs typeface="IBM Plex Sans"/>
                <a:sym typeface="IBM Plex Sans"/>
              </a:rPr>
              <a:t>consectetur</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metus</a:t>
            </a:r>
            <a:r>
              <a:rPr lang="fr-FR" dirty="0">
                <a:solidFill>
                  <a:schemeClr val="dk1"/>
                </a:solidFill>
                <a:latin typeface="IBM Plex Sans"/>
                <a:ea typeface="IBM Plex Sans"/>
                <a:cs typeface="IBM Plex Sans"/>
                <a:sym typeface="IBM Plex Sans"/>
              </a:rPr>
              <a:t> vitae </a:t>
            </a:r>
            <a:r>
              <a:rPr lang="fr-FR" dirty="0" err="1">
                <a:solidFill>
                  <a:schemeClr val="dk1"/>
                </a:solidFill>
                <a:latin typeface="IBM Plex Sans"/>
                <a:ea typeface="IBM Plex Sans"/>
                <a:cs typeface="IBM Plex Sans"/>
                <a:sym typeface="IBM Plex Sans"/>
              </a:rPr>
              <a:t>ultrices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volutpat</a:t>
            </a:r>
            <a:r>
              <a:rPr lang="fr-FR" dirty="0">
                <a:solidFill>
                  <a:schemeClr val="dk1"/>
                </a:solidFill>
                <a:latin typeface="IBM Plex Sans"/>
                <a:ea typeface="IBM Plex Sans"/>
                <a:cs typeface="IBM Plex Sans"/>
                <a:sym typeface="IBM Plex Sans"/>
              </a:rPr>
              <a:t>. Suspendisse </a:t>
            </a:r>
            <a:r>
              <a:rPr lang="fr-FR" dirty="0" err="1">
                <a:solidFill>
                  <a:schemeClr val="dk1"/>
                </a:solidFill>
                <a:latin typeface="IBM Plex Sans"/>
                <a:ea typeface="IBM Plex Sans"/>
                <a:cs typeface="IBM Plex Sans"/>
                <a:sym typeface="IBM Plex Sans"/>
              </a:rPr>
              <a:t>condimentum</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facilisis</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elit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sit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amet</a:t>
            </a:r>
            <a:r>
              <a:rPr lang="fr-FR" dirty="0">
                <a:solidFill>
                  <a:schemeClr val="dk1"/>
                </a:solidFill>
                <a:latin typeface="IBM Plex Sans"/>
                <a:ea typeface="IBM Plex Sans"/>
                <a:cs typeface="IBM Plex Sans"/>
                <a:sym typeface="IBM Plex Sans"/>
              </a:rPr>
              <a:t> </a:t>
            </a:r>
            <a:r>
              <a:rPr lang="fr-FR" dirty="0" err="1">
                <a:solidFill>
                  <a:schemeClr val="dk1"/>
                </a:solidFill>
                <a:latin typeface="IBM Plex Sans"/>
                <a:ea typeface="IBM Plex Sans"/>
                <a:cs typeface="IBM Plex Sans"/>
                <a:sym typeface="IBM Plex Sans"/>
              </a:rPr>
              <a:t>fermentum</a:t>
            </a:r>
            <a:r>
              <a:rPr lang="fr-FR" dirty="0">
                <a:solidFill>
                  <a:schemeClr val="dk1"/>
                </a:solidFill>
                <a:latin typeface="IBM Plex Sans"/>
                <a:ea typeface="IBM Plex Sans"/>
                <a:cs typeface="IBM Plex Sans"/>
                <a:sym typeface="IBM Plex Sans"/>
              </a:rPr>
              <a:t>.</a:t>
            </a:r>
            <a:r>
              <a:rPr lang="fr-FR" dirty="0">
                <a:solidFill>
                  <a:srgbClr val="013AFB"/>
                </a:solidFill>
                <a:latin typeface="IBM Plex Sans"/>
                <a:ea typeface="IBM Plex Sans"/>
                <a:cs typeface="IBM Plex Sans"/>
                <a:sym typeface="IBM Plex Sans"/>
              </a:rPr>
              <a:t> /&gt;</a:t>
            </a:r>
          </a:p>
          <a:p>
            <a:pPr marL="0" indent="0">
              <a:buNone/>
            </a:pPr>
            <a:endParaRPr lang="fr-FR" dirty="0"/>
          </a:p>
        </p:txBody>
      </p:sp>
    </p:spTree>
    <p:extLst>
      <p:ext uri="{BB962C8B-B14F-4D97-AF65-F5344CB8AC3E}">
        <p14:creationId xmlns:p14="http://schemas.microsoft.com/office/powerpoint/2010/main" val="123658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1CBE07-11AF-8DE8-A0C2-B55A6497E19C}"/>
              </a:ext>
            </a:extLst>
          </p:cNvPr>
          <p:cNvSpPr>
            <a:spLocks noGrp="1"/>
          </p:cNvSpPr>
          <p:nvPr>
            <p:ph type="title"/>
          </p:nvPr>
        </p:nvSpPr>
        <p:spPr/>
        <p:txBody>
          <a:bodyPr/>
          <a:lstStyle/>
          <a:p>
            <a:r>
              <a:rPr lang="fr-FR" dirty="0"/>
              <a:t>TITRE-86</a:t>
            </a:r>
            <a:r>
              <a:rPr lang="fr-FR" dirty="0">
                <a:solidFill>
                  <a:srgbClr val="00FF97"/>
                </a:solidFill>
              </a:rPr>
              <a:t>_</a:t>
            </a:r>
          </a:p>
        </p:txBody>
      </p:sp>
      <p:sp>
        <p:nvSpPr>
          <p:cNvPr id="5" name="Google Shape;95;p17">
            <a:extLst>
              <a:ext uri="{FF2B5EF4-FFF2-40B4-BE49-F238E27FC236}">
                <a16:creationId xmlns:a16="http://schemas.microsoft.com/office/drawing/2014/main" id="{25DE4EF7-4E02-4F92-990F-87252DB78763}"/>
              </a:ext>
            </a:extLst>
          </p:cNvPr>
          <p:cNvSpPr txBox="1"/>
          <p:nvPr/>
        </p:nvSpPr>
        <p:spPr>
          <a:xfrm>
            <a:off x="253200" y="2071688"/>
            <a:ext cx="6549936" cy="19333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dirty="0">
                <a:solidFill>
                  <a:srgbClr val="013AFB"/>
                </a:solidFill>
                <a:latin typeface="IBM Plex Sans"/>
                <a:ea typeface="IBM Plex Sans"/>
                <a:cs typeface="IBM Plex Sans"/>
                <a:sym typeface="IBM Plex Sans"/>
              </a:rPr>
              <a:t>&lt; </a:t>
            </a:r>
            <a:r>
              <a:rPr lang="fr" dirty="0">
                <a:solidFill>
                  <a:schemeClr val="dk1"/>
                </a:solidFill>
                <a:latin typeface="IBM Plex Sans"/>
                <a:ea typeface="IBM Plex Sans"/>
                <a:cs typeface="IBM Plex Sans"/>
                <a:sym typeface="IBM Plex Sans"/>
              </a:rPr>
              <a:t>Lorem ipsum dolor sit amet, consectetur adipiscing elit. Cras tristique maximus est, eget pharetra purus venenatis et. Sed ullamcorper, risus vitae rhoncus aliquam, tellus est viverra risus, et ultrices urna neque venenatis elit. Nam tincidunt imperdiet augue, sit amet finibus mauris facilisis. </a:t>
            </a:r>
            <a:r>
              <a:rPr lang="fr" dirty="0">
                <a:solidFill>
                  <a:srgbClr val="013AFB"/>
                </a:solidFill>
                <a:latin typeface="IBM Plex Sans"/>
                <a:ea typeface="IBM Plex Sans"/>
                <a:cs typeface="IBM Plex Sans"/>
                <a:sym typeface="IBM Plex Sans"/>
              </a:rPr>
              <a:t>&gt;</a:t>
            </a:r>
            <a:r>
              <a:rPr lang="fr" dirty="0">
                <a:solidFill>
                  <a:schemeClr val="dk1"/>
                </a:solidFill>
                <a:latin typeface="IBM Plex Sans"/>
                <a:ea typeface="IBM Plex Sans"/>
                <a:cs typeface="IBM Plex Sans"/>
                <a:sym typeface="IBM Plex Sans"/>
              </a:rPr>
              <a:t> </a:t>
            </a:r>
            <a:endParaRPr dirty="0">
              <a:solidFill>
                <a:srgbClr val="013AFB"/>
              </a:solidFill>
              <a:latin typeface="IBM Plex Sans"/>
              <a:ea typeface="IBM Plex Sans"/>
              <a:cs typeface="IBM Plex Sans"/>
              <a:sym typeface="IBM Plex Sans"/>
            </a:endParaRPr>
          </a:p>
        </p:txBody>
      </p:sp>
      <p:sp>
        <p:nvSpPr>
          <p:cNvPr id="6" name="Google Shape;96;p17">
            <a:extLst>
              <a:ext uri="{FF2B5EF4-FFF2-40B4-BE49-F238E27FC236}">
                <a16:creationId xmlns:a16="http://schemas.microsoft.com/office/drawing/2014/main" id="{9DCF5525-9246-B71A-794C-9979BC834363}"/>
              </a:ext>
            </a:extLst>
          </p:cNvPr>
          <p:cNvSpPr txBox="1"/>
          <p:nvPr/>
        </p:nvSpPr>
        <p:spPr>
          <a:xfrm>
            <a:off x="253200" y="4309656"/>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rgbClr val="013AFB"/>
                </a:solidFill>
                <a:latin typeface="IBM Plex Sans"/>
                <a:ea typeface="IBM Plex Sans"/>
                <a:cs typeface="IBM Plex Sans"/>
                <a:sym typeface="IBM Plex Sans"/>
              </a:rPr>
              <a:t>&lt; Liste à puces :</a:t>
            </a:r>
            <a:r>
              <a:rPr lang="fr">
                <a:solidFill>
                  <a:schemeClr val="dk1"/>
                </a:solidFill>
                <a:latin typeface="IBM Plex Sans"/>
                <a:ea typeface="IBM Plex Sans"/>
                <a:cs typeface="IBM Plex Sans"/>
                <a:sym typeface="IBM Plex Sans"/>
              </a:rPr>
              <a:t> </a:t>
            </a:r>
            <a:r>
              <a:rPr lang="fr">
                <a:solidFill>
                  <a:srgbClr val="013AFB"/>
                </a:solidFill>
                <a:latin typeface="IBM Plex Sans"/>
                <a:ea typeface="IBM Plex Sans"/>
                <a:cs typeface="IBM Plex Sans"/>
                <a:sym typeface="IBM Plex Sans"/>
              </a:rPr>
              <a:t>&gt;</a:t>
            </a:r>
            <a:r>
              <a:rPr lang="fr">
                <a:solidFill>
                  <a:schemeClr val="dk1"/>
                </a:solidFill>
                <a:latin typeface="IBM Plex Sans"/>
                <a:ea typeface="IBM Plex Sans"/>
                <a:cs typeface="IBM Plex Sans"/>
                <a:sym typeface="IBM Plex Sans"/>
              </a:rPr>
              <a:t> </a:t>
            </a:r>
            <a:endParaRPr>
              <a:solidFill>
                <a:srgbClr val="013AFB"/>
              </a:solidFill>
              <a:latin typeface="IBM Plex Sans"/>
              <a:ea typeface="IBM Plex Sans"/>
              <a:cs typeface="IBM Plex Sans"/>
              <a:sym typeface="IBM Plex Sans"/>
            </a:endParaRPr>
          </a:p>
        </p:txBody>
      </p:sp>
      <p:sp>
        <p:nvSpPr>
          <p:cNvPr id="7" name="Google Shape;97;p17">
            <a:extLst>
              <a:ext uri="{FF2B5EF4-FFF2-40B4-BE49-F238E27FC236}">
                <a16:creationId xmlns:a16="http://schemas.microsoft.com/office/drawing/2014/main" id="{ECD1C5FF-C567-A429-A183-EDB11544EBAA}"/>
              </a:ext>
            </a:extLst>
          </p:cNvPr>
          <p:cNvSpPr txBox="1"/>
          <p:nvPr/>
        </p:nvSpPr>
        <p:spPr>
          <a:xfrm>
            <a:off x="598971" y="4702399"/>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8" name="Google Shape;98;p17">
            <a:extLst>
              <a:ext uri="{FF2B5EF4-FFF2-40B4-BE49-F238E27FC236}">
                <a16:creationId xmlns:a16="http://schemas.microsoft.com/office/drawing/2014/main" id="{B18173ED-7C6D-2EBD-EAB4-740107558AC3}"/>
              </a:ext>
            </a:extLst>
          </p:cNvPr>
          <p:cNvSpPr txBox="1"/>
          <p:nvPr/>
        </p:nvSpPr>
        <p:spPr>
          <a:xfrm>
            <a:off x="598971" y="5083399"/>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9" name="Google Shape;99;p17">
            <a:extLst>
              <a:ext uri="{FF2B5EF4-FFF2-40B4-BE49-F238E27FC236}">
                <a16:creationId xmlns:a16="http://schemas.microsoft.com/office/drawing/2014/main" id="{A232B88F-0900-E8DE-1E74-32017AF4D204}"/>
              </a:ext>
            </a:extLst>
          </p:cNvPr>
          <p:cNvSpPr txBox="1"/>
          <p:nvPr/>
        </p:nvSpPr>
        <p:spPr>
          <a:xfrm>
            <a:off x="598971" y="5464399"/>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10" name="Google Shape;100;p17">
            <a:extLst>
              <a:ext uri="{FF2B5EF4-FFF2-40B4-BE49-F238E27FC236}">
                <a16:creationId xmlns:a16="http://schemas.microsoft.com/office/drawing/2014/main" id="{727D86DD-AEAE-F489-DE53-C9E1FBAD8816}"/>
              </a:ext>
            </a:extLst>
          </p:cNvPr>
          <p:cNvSpPr txBox="1"/>
          <p:nvPr/>
        </p:nvSpPr>
        <p:spPr>
          <a:xfrm>
            <a:off x="598971" y="5845399"/>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11" name="Google Shape;101;p17">
            <a:extLst>
              <a:ext uri="{FF2B5EF4-FFF2-40B4-BE49-F238E27FC236}">
                <a16:creationId xmlns:a16="http://schemas.microsoft.com/office/drawing/2014/main" id="{8CC0404D-CE19-F97C-8F2C-C689B8A4BF7D}"/>
              </a:ext>
            </a:extLst>
          </p:cNvPr>
          <p:cNvSpPr/>
          <p:nvPr/>
        </p:nvSpPr>
        <p:spPr>
          <a:xfrm>
            <a:off x="358300" y="486630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102;p17">
            <a:extLst>
              <a:ext uri="{FF2B5EF4-FFF2-40B4-BE49-F238E27FC236}">
                <a16:creationId xmlns:a16="http://schemas.microsoft.com/office/drawing/2014/main" id="{4A73675F-DB94-8818-6214-E8D57F9D0209}"/>
              </a:ext>
            </a:extLst>
          </p:cNvPr>
          <p:cNvSpPr/>
          <p:nvPr/>
        </p:nvSpPr>
        <p:spPr>
          <a:xfrm>
            <a:off x="358300" y="524050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103;p17">
            <a:extLst>
              <a:ext uri="{FF2B5EF4-FFF2-40B4-BE49-F238E27FC236}">
                <a16:creationId xmlns:a16="http://schemas.microsoft.com/office/drawing/2014/main" id="{F50E0F3F-18EB-F855-BDE1-236014145DDB}"/>
              </a:ext>
            </a:extLst>
          </p:cNvPr>
          <p:cNvSpPr/>
          <p:nvPr/>
        </p:nvSpPr>
        <p:spPr>
          <a:xfrm>
            <a:off x="358300" y="562830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104;p17">
            <a:extLst>
              <a:ext uri="{FF2B5EF4-FFF2-40B4-BE49-F238E27FC236}">
                <a16:creationId xmlns:a16="http://schemas.microsoft.com/office/drawing/2014/main" id="{D4C1C396-9A0E-619D-5AEB-FEAAC7F9601B}"/>
              </a:ext>
            </a:extLst>
          </p:cNvPr>
          <p:cNvSpPr/>
          <p:nvPr/>
        </p:nvSpPr>
        <p:spPr>
          <a:xfrm>
            <a:off x="358300" y="600930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332354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58139DB-355A-E377-3FF5-C5B1F51215E1}"/>
              </a:ext>
            </a:extLst>
          </p:cNvPr>
          <p:cNvSpPr>
            <a:spLocks noGrp="1"/>
          </p:cNvSpPr>
          <p:nvPr>
            <p:ph type="title"/>
          </p:nvPr>
        </p:nvSpPr>
        <p:spPr/>
        <p:txBody>
          <a:bodyPr/>
          <a:lstStyle/>
          <a:p>
            <a:r>
              <a:rPr lang="fr-FR" dirty="0"/>
              <a:t>TITRE-86_</a:t>
            </a:r>
          </a:p>
        </p:txBody>
      </p:sp>
      <p:sp>
        <p:nvSpPr>
          <p:cNvPr id="6" name="Google Shape;111;p18">
            <a:extLst>
              <a:ext uri="{FF2B5EF4-FFF2-40B4-BE49-F238E27FC236}">
                <a16:creationId xmlns:a16="http://schemas.microsoft.com/office/drawing/2014/main" id="{FD3FE1B6-8715-498E-4129-E541CC4E376C}"/>
              </a:ext>
            </a:extLst>
          </p:cNvPr>
          <p:cNvSpPr txBox="1"/>
          <p:nvPr/>
        </p:nvSpPr>
        <p:spPr>
          <a:xfrm>
            <a:off x="293298" y="3980225"/>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rgbClr val="013AFB"/>
                </a:solidFill>
                <a:latin typeface="IBM Plex Sans"/>
                <a:ea typeface="IBM Plex Sans"/>
                <a:cs typeface="IBM Plex Sans"/>
                <a:sym typeface="IBM Plex Sans"/>
              </a:rPr>
              <a:t>&lt; Liste à puces :</a:t>
            </a:r>
            <a:r>
              <a:rPr lang="fr">
                <a:solidFill>
                  <a:schemeClr val="dk1"/>
                </a:solidFill>
                <a:latin typeface="IBM Plex Sans"/>
                <a:ea typeface="IBM Plex Sans"/>
                <a:cs typeface="IBM Plex Sans"/>
                <a:sym typeface="IBM Plex Sans"/>
              </a:rPr>
              <a:t> </a:t>
            </a:r>
            <a:r>
              <a:rPr lang="fr">
                <a:solidFill>
                  <a:srgbClr val="013AFB"/>
                </a:solidFill>
                <a:latin typeface="IBM Plex Sans"/>
                <a:ea typeface="IBM Plex Sans"/>
                <a:cs typeface="IBM Plex Sans"/>
                <a:sym typeface="IBM Plex Sans"/>
              </a:rPr>
              <a:t>&gt;</a:t>
            </a:r>
            <a:r>
              <a:rPr lang="fr">
                <a:solidFill>
                  <a:schemeClr val="dk1"/>
                </a:solidFill>
                <a:latin typeface="IBM Plex Sans"/>
                <a:ea typeface="IBM Plex Sans"/>
                <a:cs typeface="IBM Plex Sans"/>
                <a:sym typeface="IBM Plex Sans"/>
              </a:rPr>
              <a:t> </a:t>
            </a:r>
            <a:endParaRPr>
              <a:solidFill>
                <a:srgbClr val="013AFB"/>
              </a:solidFill>
              <a:latin typeface="IBM Plex Sans"/>
              <a:ea typeface="IBM Plex Sans"/>
              <a:cs typeface="IBM Plex Sans"/>
              <a:sym typeface="IBM Plex Sans"/>
            </a:endParaRPr>
          </a:p>
        </p:txBody>
      </p:sp>
      <p:sp>
        <p:nvSpPr>
          <p:cNvPr id="7" name="Google Shape;112;p18">
            <a:extLst>
              <a:ext uri="{FF2B5EF4-FFF2-40B4-BE49-F238E27FC236}">
                <a16:creationId xmlns:a16="http://schemas.microsoft.com/office/drawing/2014/main" id="{86C091A6-0AFE-1385-85C8-BB720F0404A2}"/>
              </a:ext>
            </a:extLst>
          </p:cNvPr>
          <p:cNvSpPr txBox="1"/>
          <p:nvPr/>
        </p:nvSpPr>
        <p:spPr>
          <a:xfrm>
            <a:off x="639069" y="4372968"/>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dirty="0">
                <a:solidFill>
                  <a:schemeClr val="dk1"/>
                </a:solidFill>
                <a:latin typeface="IBM Plex Sans"/>
                <a:ea typeface="IBM Plex Sans"/>
                <a:cs typeface="IBM Plex Sans"/>
                <a:sym typeface="IBM Plex Sans"/>
              </a:rPr>
              <a:t>Lorem ipsum dolor sit amet</a:t>
            </a:r>
            <a:endParaRPr dirty="0">
              <a:solidFill>
                <a:schemeClr val="dk1"/>
              </a:solidFill>
              <a:latin typeface="IBM Plex Sans"/>
              <a:ea typeface="IBM Plex Sans"/>
              <a:cs typeface="IBM Plex Sans"/>
              <a:sym typeface="IBM Plex Sans"/>
            </a:endParaRPr>
          </a:p>
        </p:txBody>
      </p:sp>
      <p:sp>
        <p:nvSpPr>
          <p:cNvPr id="8" name="Google Shape;113;p18">
            <a:extLst>
              <a:ext uri="{FF2B5EF4-FFF2-40B4-BE49-F238E27FC236}">
                <a16:creationId xmlns:a16="http://schemas.microsoft.com/office/drawing/2014/main" id="{9C7ACE78-7906-3445-2588-56B7F42834B5}"/>
              </a:ext>
            </a:extLst>
          </p:cNvPr>
          <p:cNvSpPr txBox="1"/>
          <p:nvPr/>
        </p:nvSpPr>
        <p:spPr>
          <a:xfrm>
            <a:off x="639069" y="4753968"/>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9" name="Google Shape;114;p18">
            <a:extLst>
              <a:ext uri="{FF2B5EF4-FFF2-40B4-BE49-F238E27FC236}">
                <a16:creationId xmlns:a16="http://schemas.microsoft.com/office/drawing/2014/main" id="{AF765B79-4667-7F4A-C9E5-B526FF1C8A6A}"/>
              </a:ext>
            </a:extLst>
          </p:cNvPr>
          <p:cNvSpPr txBox="1"/>
          <p:nvPr/>
        </p:nvSpPr>
        <p:spPr>
          <a:xfrm>
            <a:off x="639069" y="5134968"/>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10" name="Google Shape;115;p18">
            <a:extLst>
              <a:ext uri="{FF2B5EF4-FFF2-40B4-BE49-F238E27FC236}">
                <a16:creationId xmlns:a16="http://schemas.microsoft.com/office/drawing/2014/main" id="{2872C533-4406-9572-3E8E-92792FFA43C6}"/>
              </a:ext>
            </a:extLst>
          </p:cNvPr>
          <p:cNvSpPr txBox="1"/>
          <p:nvPr/>
        </p:nvSpPr>
        <p:spPr>
          <a:xfrm>
            <a:off x="639069" y="5515968"/>
            <a:ext cx="50469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IBM Plex Sans"/>
                <a:ea typeface="IBM Plex Sans"/>
                <a:cs typeface="IBM Plex Sans"/>
                <a:sym typeface="IBM Plex Sans"/>
              </a:rPr>
              <a:t>Lorem ipsum dolor sit amet</a:t>
            </a:r>
            <a:endParaRPr>
              <a:solidFill>
                <a:schemeClr val="dk1"/>
              </a:solidFill>
              <a:latin typeface="IBM Plex Sans"/>
              <a:ea typeface="IBM Plex Sans"/>
              <a:cs typeface="IBM Plex Sans"/>
              <a:sym typeface="IBM Plex Sans"/>
            </a:endParaRPr>
          </a:p>
        </p:txBody>
      </p:sp>
      <p:sp>
        <p:nvSpPr>
          <p:cNvPr id="11" name="Google Shape;116;p18">
            <a:extLst>
              <a:ext uri="{FF2B5EF4-FFF2-40B4-BE49-F238E27FC236}">
                <a16:creationId xmlns:a16="http://schemas.microsoft.com/office/drawing/2014/main" id="{85B1031B-43CA-8ADE-87C8-68346B021FAA}"/>
              </a:ext>
            </a:extLst>
          </p:cNvPr>
          <p:cNvSpPr/>
          <p:nvPr/>
        </p:nvSpPr>
        <p:spPr>
          <a:xfrm>
            <a:off x="398398" y="453687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117;p18">
            <a:extLst>
              <a:ext uri="{FF2B5EF4-FFF2-40B4-BE49-F238E27FC236}">
                <a16:creationId xmlns:a16="http://schemas.microsoft.com/office/drawing/2014/main" id="{BABFD670-CFCC-3827-C572-B62A6781AF81}"/>
              </a:ext>
            </a:extLst>
          </p:cNvPr>
          <p:cNvSpPr/>
          <p:nvPr/>
        </p:nvSpPr>
        <p:spPr>
          <a:xfrm>
            <a:off x="398398" y="4911071"/>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118;p18">
            <a:extLst>
              <a:ext uri="{FF2B5EF4-FFF2-40B4-BE49-F238E27FC236}">
                <a16:creationId xmlns:a16="http://schemas.microsoft.com/office/drawing/2014/main" id="{10C3DE91-99C2-FADB-010D-FD3B1FBFCD37}"/>
              </a:ext>
            </a:extLst>
          </p:cNvPr>
          <p:cNvSpPr/>
          <p:nvPr/>
        </p:nvSpPr>
        <p:spPr>
          <a:xfrm>
            <a:off x="398398" y="529887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119;p18">
            <a:extLst>
              <a:ext uri="{FF2B5EF4-FFF2-40B4-BE49-F238E27FC236}">
                <a16:creationId xmlns:a16="http://schemas.microsoft.com/office/drawing/2014/main" id="{D24479DF-E905-2857-BC75-7420CA496D50}"/>
              </a:ext>
            </a:extLst>
          </p:cNvPr>
          <p:cNvSpPr/>
          <p:nvPr/>
        </p:nvSpPr>
        <p:spPr>
          <a:xfrm>
            <a:off x="398398" y="567987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 name="Google Shape;120;p18">
            <a:extLst>
              <a:ext uri="{FF2B5EF4-FFF2-40B4-BE49-F238E27FC236}">
                <a16:creationId xmlns:a16="http://schemas.microsoft.com/office/drawing/2014/main" id="{20143671-8333-9C7C-21A0-2F8539129E71}"/>
              </a:ext>
            </a:extLst>
          </p:cNvPr>
          <p:cNvSpPr txBox="1"/>
          <p:nvPr/>
        </p:nvSpPr>
        <p:spPr>
          <a:xfrm>
            <a:off x="253200" y="1651799"/>
            <a:ext cx="10061232" cy="22154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dirty="0">
                <a:solidFill>
                  <a:srgbClr val="013AFB"/>
                </a:solidFill>
                <a:latin typeface="IBM Plex Sans"/>
                <a:ea typeface="IBM Plex Sans"/>
                <a:cs typeface="IBM Plex Sans"/>
                <a:sym typeface="IBM Plex Sans"/>
              </a:rPr>
              <a:t>&lt; </a:t>
            </a:r>
            <a:r>
              <a:rPr lang="fr" dirty="0">
                <a:solidFill>
                  <a:schemeClr val="dk1"/>
                </a:solidFill>
                <a:latin typeface="IBM Plex Sans"/>
                <a:ea typeface="IBM Plex Sans"/>
                <a:cs typeface="IBM Plex Sans"/>
                <a:sym typeface="IBM Plex Sans"/>
              </a:rPr>
              <a:t>Lorem ipsum dolor sit amet, consectetur adipiscing elit. Cras tristique maximus est, eget pharetra purus venenatis et. Sed ullamcorper, risus vitae rhoncus aliquam, tellus est viverra risus, et ultrices urna neque venenatis elit. Nam tincidunt imperdiet augue, sit amet finibus mauris facilisis id. In consectetur metus vitae ultrices volutpat. Suspendisse condimentum facilisis elit sit amet fermentum. In consectetur metus vitae ultrices volutpat. </a:t>
            </a:r>
            <a:r>
              <a:rPr lang="fr" dirty="0">
                <a:solidFill>
                  <a:srgbClr val="013AFB"/>
                </a:solidFill>
                <a:latin typeface="IBM Plex Sans"/>
                <a:ea typeface="IBM Plex Sans"/>
                <a:cs typeface="IBM Plex Sans"/>
                <a:sym typeface="IBM Plex Sans"/>
              </a:rPr>
              <a:t>/&gt;</a:t>
            </a:r>
            <a:endParaRPr dirty="0">
              <a:solidFill>
                <a:srgbClr val="013AFB"/>
              </a:solidFill>
              <a:latin typeface="IBM Plex Sans"/>
              <a:ea typeface="IBM Plex Sans"/>
              <a:cs typeface="IBM Plex Sans"/>
              <a:sym typeface="IBM Plex Sans"/>
            </a:endParaRPr>
          </a:p>
        </p:txBody>
      </p:sp>
    </p:spTree>
    <p:extLst>
      <p:ext uri="{BB962C8B-B14F-4D97-AF65-F5344CB8AC3E}">
        <p14:creationId xmlns:p14="http://schemas.microsoft.com/office/powerpoint/2010/main" val="3082079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5C6122C-503F-605B-84F8-AEB7C6BBB663}"/>
              </a:ext>
            </a:extLst>
          </p:cNvPr>
          <p:cNvSpPr>
            <a:spLocks noGrp="1"/>
          </p:cNvSpPr>
          <p:nvPr>
            <p:ph type="title"/>
          </p:nvPr>
        </p:nvSpPr>
        <p:spPr/>
        <p:txBody>
          <a:bodyPr/>
          <a:lstStyle/>
          <a:p>
            <a:pPr lvl="0"/>
            <a:r>
              <a:rPr lang="fr-FR" dirty="0">
                <a:latin typeface="Anton"/>
                <a:ea typeface="Anton"/>
                <a:cs typeface="Anton"/>
                <a:sym typeface="Anton"/>
              </a:rPr>
              <a:t>CHIFFRES CLÉS</a:t>
            </a:r>
            <a:r>
              <a:rPr lang="fr-FR" dirty="0">
                <a:solidFill>
                  <a:srgbClr val="FF1EF7"/>
                </a:solidFill>
                <a:latin typeface="Anton"/>
                <a:ea typeface="Anton"/>
                <a:cs typeface="Anton"/>
                <a:sym typeface="Anton"/>
              </a:rPr>
              <a:t>_</a:t>
            </a:r>
          </a:p>
        </p:txBody>
      </p:sp>
      <p:sp>
        <p:nvSpPr>
          <p:cNvPr id="5" name="Espace réservé du contenu 4">
            <a:extLst>
              <a:ext uri="{FF2B5EF4-FFF2-40B4-BE49-F238E27FC236}">
                <a16:creationId xmlns:a16="http://schemas.microsoft.com/office/drawing/2014/main" id="{808CA643-23EA-EC7E-F7A3-5E8431A17EBA}"/>
              </a:ext>
            </a:extLst>
          </p:cNvPr>
          <p:cNvSpPr>
            <a:spLocks noGrp="1"/>
          </p:cNvSpPr>
          <p:nvPr>
            <p:ph idx="1"/>
          </p:nvPr>
        </p:nvSpPr>
        <p:spPr/>
        <p:txBody>
          <a:bodyPr/>
          <a:lstStyle/>
          <a:p>
            <a:r>
              <a:rPr lang="fr-FR" dirty="0"/>
              <a:t>+6.000</a:t>
            </a:r>
          </a:p>
        </p:txBody>
      </p:sp>
      <p:sp>
        <p:nvSpPr>
          <p:cNvPr id="6" name="Espace réservé du contenu 5">
            <a:extLst>
              <a:ext uri="{FF2B5EF4-FFF2-40B4-BE49-F238E27FC236}">
                <a16:creationId xmlns:a16="http://schemas.microsoft.com/office/drawing/2014/main" id="{9DACF36A-6C87-7EA4-3FA4-5237191AB670}"/>
              </a:ext>
            </a:extLst>
          </p:cNvPr>
          <p:cNvSpPr>
            <a:spLocks noGrp="1"/>
          </p:cNvSpPr>
          <p:nvPr>
            <p:ph idx="10"/>
          </p:nvPr>
        </p:nvSpPr>
        <p:spPr/>
        <p:txBody>
          <a:bodyPr/>
          <a:lstStyle/>
          <a:p>
            <a:r>
              <a:rPr lang="fr-FR" dirty="0"/>
              <a:t>15</a:t>
            </a:r>
          </a:p>
        </p:txBody>
      </p:sp>
      <p:sp>
        <p:nvSpPr>
          <p:cNvPr id="7" name="Espace réservé du contenu 6">
            <a:extLst>
              <a:ext uri="{FF2B5EF4-FFF2-40B4-BE49-F238E27FC236}">
                <a16:creationId xmlns:a16="http://schemas.microsoft.com/office/drawing/2014/main" id="{383C7209-65CA-B386-1D19-0A8AE3CA91E0}"/>
              </a:ext>
            </a:extLst>
          </p:cNvPr>
          <p:cNvSpPr>
            <a:spLocks noGrp="1"/>
          </p:cNvSpPr>
          <p:nvPr>
            <p:ph idx="11"/>
          </p:nvPr>
        </p:nvSpPr>
        <p:spPr/>
        <p:txBody>
          <a:bodyPr/>
          <a:lstStyle/>
          <a:p>
            <a:r>
              <a:rPr lang="fr-FR" dirty="0"/>
              <a:t>+3.000</a:t>
            </a:r>
          </a:p>
        </p:txBody>
      </p:sp>
      <p:sp>
        <p:nvSpPr>
          <p:cNvPr id="8" name="Espace réservé du texte 7">
            <a:extLst>
              <a:ext uri="{FF2B5EF4-FFF2-40B4-BE49-F238E27FC236}">
                <a16:creationId xmlns:a16="http://schemas.microsoft.com/office/drawing/2014/main" id="{8F561904-5125-5D71-CB6A-C5341A291B16}"/>
              </a:ext>
            </a:extLst>
          </p:cNvPr>
          <p:cNvSpPr>
            <a:spLocks noGrp="1"/>
          </p:cNvSpPr>
          <p:nvPr>
            <p:ph type="body" sz="quarter" idx="12"/>
          </p:nvPr>
        </p:nvSpPr>
        <p:spPr>
          <a:xfrm>
            <a:off x="776378" y="3429000"/>
            <a:ext cx="3183146" cy="522287"/>
          </a:xfrm>
        </p:spPr>
        <p:txBody>
          <a:bodyPr/>
          <a:lstStyle/>
          <a:p>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Étudiants dans le monde</a:t>
            </a:r>
            <a:r>
              <a:rPr lang="fr-FR" dirty="0">
                <a:solidFill>
                  <a:srgbClr val="013AFB"/>
                </a:solidFill>
                <a:latin typeface="IBM Plex Sans"/>
                <a:ea typeface="IBM Plex Sans"/>
                <a:cs typeface="IBM Plex Sans"/>
                <a:sym typeface="IBM Plex Sans"/>
              </a:rPr>
              <a:t> &gt;</a:t>
            </a:r>
          </a:p>
        </p:txBody>
      </p:sp>
      <p:sp>
        <p:nvSpPr>
          <p:cNvPr id="9" name="Espace réservé du texte 8">
            <a:extLst>
              <a:ext uri="{FF2B5EF4-FFF2-40B4-BE49-F238E27FC236}">
                <a16:creationId xmlns:a16="http://schemas.microsoft.com/office/drawing/2014/main" id="{76E473C4-BC73-D56B-54A1-DAB1FF8CEE36}"/>
              </a:ext>
            </a:extLst>
          </p:cNvPr>
          <p:cNvSpPr>
            <a:spLocks noGrp="1"/>
          </p:cNvSpPr>
          <p:nvPr>
            <p:ph type="body" sz="quarter" idx="13"/>
          </p:nvPr>
        </p:nvSpPr>
        <p:spPr>
          <a:xfrm>
            <a:off x="4520242" y="5367084"/>
            <a:ext cx="3183146" cy="522287"/>
          </a:xfrm>
        </p:spPr>
        <p:txBody>
          <a:bodyPr/>
          <a:lstStyle/>
          <a:p>
            <a:pPr lvl="0">
              <a:spcBef>
                <a:spcPts val="0"/>
              </a:spcBef>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Campus en France et 3 en Europe</a:t>
            </a:r>
            <a:r>
              <a:rPr lang="fr-FR" dirty="0">
                <a:solidFill>
                  <a:srgbClr val="013AFB"/>
                </a:solidFill>
                <a:latin typeface="IBM Plex Sans"/>
                <a:ea typeface="IBM Plex Sans"/>
                <a:cs typeface="IBM Plex Sans"/>
                <a:sym typeface="IBM Plex Sans"/>
              </a:rPr>
              <a:t> &gt;</a:t>
            </a:r>
          </a:p>
        </p:txBody>
      </p:sp>
      <p:sp>
        <p:nvSpPr>
          <p:cNvPr id="10" name="Espace réservé du texte 9">
            <a:extLst>
              <a:ext uri="{FF2B5EF4-FFF2-40B4-BE49-F238E27FC236}">
                <a16:creationId xmlns:a16="http://schemas.microsoft.com/office/drawing/2014/main" id="{6E49FC0D-0FDA-B7BE-8452-D5DB6D7B5830}"/>
              </a:ext>
            </a:extLst>
          </p:cNvPr>
          <p:cNvSpPr>
            <a:spLocks noGrp="1"/>
          </p:cNvSpPr>
          <p:nvPr>
            <p:ph type="body" sz="quarter" idx="14"/>
          </p:nvPr>
        </p:nvSpPr>
        <p:spPr>
          <a:xfrm>
            <a:off x="8126082" y="3482720"/>
            <a:ext cx="3183146" cy="522287"/>
          </a:xfrm>
        </p:spPr>
        <p:txBody>
          <a:bodyPr/>
          <a:lstStyle/>
          <a:p>
            <a:pPr lvl="0">
              <a:spcBef>
                <a:spcPts val="0"/>
              </a:spcBef>
            </a:pPr>
            <a:r>
              <a:rPr lang="fr-FR" dirty="0">
                <a:solidFill>
                  <a:srgbClr val="013AFB"/>
                </a:solidFill>
                <a:latin typeface="IBM Plex Sans"/>
                <a:ea typeface="IBM Plex Sans"/>
                <a:cs typeface="IBM Plex Sans"/>
                <a:sym typeface="IBM Plex Sans"/>
              </a:rPr>
              <a:t>&lt; </a:t>
            </a:r>
            <a:r>
              <a:rPr lang="fr-FR" dirty="0">
                <a:solidFill>
                  <a:schemeClr val="dk1"/>
                </a:solidFill>
                <a:latin typeface="IBM Plex Sans"/>
                <a:ea typeface="IBM Plex Sans"/>
                <a:cs typeface="IBM Plex Sans"/>
                <a:sym typeface="IBM Plex Sans"/>
              </a:rPr>
              <a:t>Entreprises partenaires</a:t>
            </a:r>
            <a:r>
              <a:rPr lang="fr-FR" dirty="0">
                <a:solidFill>
                  <a:srgbClr val="013AFB"/>
                </a:solidFill>
                <a:latin typeface="IBM Plex Sans"/>
                <a:ea typeface="IBM Plex Sans"/>
                <a:cs typeface="IBM Plex Sans"/>
                <a:sym typeface="IBM Plex Sans"/>
              </a:rPr>
              <a:t> &gt;</a:t>
            </a:r>
          </a:p>
        </p:txBody>
      </p:sp>
    </p:spTree>
    <p:extLst>
      <p:ext uri="{BB962C8B-B14F-4D97-AF65-F5344CB8AC3E}">
        <p14:creationId xmlns:p14="http://schemas.microsoft.com/office/powerpoint/2010/main" val="3324756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E11EDAC-80AD-9F2B-E874-7B31F25EE47F}"/>
              </a:ext>
            </a:extLst>
          </p:cNvPr>
          <p:cNvSpPr>
            <a:spLocks noGrp="1"/>
          </p:cNvSpPr>
          <p:nvPr>
            <p:ph type="title"/>
          </p:nvPr>
        </p:nvSpPr>
        <p:spPr/>
        <p:txBody>
          <a:bodyPr/>
          <a:lstStyle/>
          <a:p>
            <a:r>
              <a:rPr lang="fr-FR" dirty="0">
                <a:solidFill>
                  <a:schemeClr val="lt1"/>
                </a:solidFill>
                <a:latin typeface="Anton"/>
                <a:ea typeface="Anton"/>
                <a:cs typeface="Anton"/>
                <a:sym typeface="Anton"/>
              </a:rPr>
              <a:t>CHIFFRES CLÉS</a:t>
            </a:r>
            <a:r>
              <a:rPr lang="fr-FR" dirty="0">
                <a:solidFill>
                  <a:srgbClr val="FF1EF7"/>
                </a:solidFill>
                <a:latin typeface="Anton"/>
                <a:ea typeface="Anton"/>
                <a:cs typeface="Anton"/>
                <a:sym typeface="Anton"/>
              </a:rPr>
              <a:t>_</a:t>
            </a:r>
            <a:endParaRPr lang="fr-FR" dirty="0"/>
          </a:p>
        </p:txBody>
      </p:sp>
      <p:sp>
        <p:nvSpPr>
          <p:cNvPr id="10" name="Espace réservé du texte 9">
            <a:extLst>
              <a:ext uri="{FF2B5EF4-FFF2-40B4-BE49-F238E27FC236}">
                <a16:creationId xmlns:a16="http://schemas.microsoft.com/office/drawing/2014/main" id="{85E01BFC-E6B7-163B-3ADB-0427CB520B94}"/>
              </a:ext>
            </a:extLst>
          </p:cNvPr>
          <p:cNvSpPr>
            <a:spLocks noGrp="1"/>
          </p:cNvSpPr>
          <p:nvPr>
            <p:ph type="body" sz="quarter" idx="10"/>
          </p:nvPr>
        </p:nvSpPr>
        <p:spPr/>
        <p:txBody>
          <a:bodyPr/>
          <a:lstStyle/>
          <a:p>
            <a:r>
              <a:rPr lang="fr-FR" dirty="0"/>
              <a:t>1999</a:t>
            </a:r>
          </a:p>
        </p:txBody>
      </p:sp>
      <p:sp>
        <p:nvSpPr>
          <p:cNvPr id="11" name="Espace réservé du texte 10">
            <a:extLst>
              <a:ext uri="{FF2B5EF4-FFF2-40B4-BE49-F238E27FC236}">
                <a16:creationId xmlns:a16="http://schemas.microsoft.com/office/drawing/2014/main" id="{A7BF5180-42F7-89E2-C2A7-3C423E98C6E2}"/>
              </a:ext>
            </a:extLst>
          </p:cNvPr>
          <p:cNvSpPr>
            <a:spLocks noGrp="1"/>
          </p:cNvSpPr>
          <p:nvPr>
            <p:ph type="body" sz="quarter" idx="11"/>
          </p:nvPr>
        </p:nvSpPr>
        <p:spPr/>
        <p:txBody>
          <a:bodyPr/>
          <a:lstStyle/>
          <a:p>
            <a:pPr marL="0" lvl="0" indent="0">
              <a:spcBef>
                <a:spcPts val="0"/>
              </a:spcBef>
              <a:buNone/>
            </a:pPr>
            <a:r>
              <a:rPr lang="fr-FR" dirty="0">
                <a:solidFill>
                  <a:schemeClr val="lt1"/>
                </a:solidFill>
                <a:latin typeface="IBM Plex Sans"/>
                <a:ea typeface="IBM Plex Sans"/>
                <a:cs typeface="IBM Plex Sans"/>
                <a:sym typeface="IBM Plex Sans"/>
              </a:rPr>
              <a:t>&lt; Ici se trouve un premier chiffre clé</a:t>
            </a:r>
          </a:p>
          <a:p>
            <a:pPr marL="0" lvl="0" indent="0">
              <a:spcBef>
                <a:spcPts val="0"/>
              </a:spcBef>
              <a:buNone/>
            </a:pPr>
            <a:r>
              <a:rPr lang="fr-FR" dirty="0">
                <a:solidFill>
                  <a:schemeClr val="lt1"/>
                </a:solidFill>
                <a:latin typeface="IBM Plex Sans"/>
                <a:ea typeface="IBM Plex Sans"/>
                <a:cs typeface="IBM Plex Sans"/>
                <a:sym typeface="IBM Plex Sans"/>
              </a:rPr>
              <a:t>sous forme de date. /&gt;</a:t>
            </a:r>
          </a:p>
        </p:txBody>
      </p:sp>
    </p:spTree>
    <p:extLst>
      <p:ext uri="{BB962C8B-B14F-4D97-AF65-F5344CB8AC3E}">
        <p14:creationId xmlns:p14="http://schemas.microsoft.com/office/powerpoint/2010/main" val="3144524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B2BF6A0-C25B-4E95-13FE-27EC61EEE6AC}"/>
              </a:ext>
            </a:extLst>
          </p:cNvPr>
          <p:cNvSpPr>
            <a:spLocks noGrp="1"/>
          </p:cNvSpPr>
          <p:nvPr>
            <p:ph type="title"/>
          </p:nvPr>
        </p:nvSpPr>
        <p:spPr/>
        <p:txBody>
          <a:bodyPr/>
          <a:lstStyle/>
          <a:p>
            <a:pPr lvl="0">
              <a:spcBef>
                <a:spcPts val="0"/>
              </a:spcBef>
              <a:buSzPts val="990"/>
            </a:pPr>
            <a:r>
              <a:rPr lang="fr-FR" dirty="0">
                <a:solidFill>
                  <a:schemeClr val="lt1"/>
                </a:solidFill>
                <a:latin typeface="Anton"/>
                <a:ea typeface="Anton"/>
                <a:cs typeface="Anton"/>
                <a:sym typeface="Anton"/>
              </a:rPr>
              <a:t>CHIFFRES CLÉS</a:t>
            </a:r>
            <a:r>
              <a:rPr lang="fr-FR" dirty="0">
                <a:solidFill>
                  <a:srgbClr val="FF1EF7"/>
                </a:solidFill>
                <a:latin typeface="Anton"/>
                <a:ea typeface="Anton"/>
                <a:cs typeface="Anton"/>
                <a:sym typeface="Anton"/>
              </a:rPr>
              <a:t>_</a:t>
            </a:r>
          </a:p>
        </p:txBody>
      </p:sp>
      <p:sp>
        <p:nvSpPr>
          <p:cNvPr id="6" name="Espace réservé du texte 5">
            <a:extLst>
              <a:ext uri="{FF2B5EF4-FFF2-40B4-BE49-F238E27FC236}">
                <a16:creationId xmlns:a16="http://schemas.microsoft.com/office/drawing/2014/main" id="{975BFC56-A2AA-E1A1-45D4-901BE5339DE0}"/>
              </a:ext>
            </a:extLst>
          </p:cNvPr>
          <p:cNvSpPr>
            <a:spLocks noGrp="1"/>
          </p:cNvSpPr>
          <p:nvPr>
            <p:ph type="body" sz="quarter" idx="10"/>
          </p:nvPr>
        </p:nvSpPr>
        <p:spPr/>
        <p:txBody>
          <a:bodyPr/>
          <a:lstStyle/>
          <a:p>
            <a:r>
              <a:rPr lang="fr-FR" dirty="0"/>
              <a:t>2025</a:t>
            </a:r>
          </a:p>
        </p:txBody>
      </p:sp>
      <p:sp>
        <p:nvSpPr>
          <p:cNvPr id="7" name="Espace réservé du texte 6">
            <a:extLst>
              <a:ext uri="{FF2B5EF4-FFF2-40B4-BE49-F238E27FC236}">
                <a16:creationId xmlns:a16="http://schemas.microsoft.com/office/drawing/2014/main" id="{7D8598F1-2CBF-7ED6-4CDF-7C04FDD705A5}"/>
              </a:ext>
            </a:extLst>
          </p:cNvPr>
          <p:cNvSpPr>
            <a:spLocks noGrp="1"/>
          </p:cNvSpPr>
          <p:nvPr>
            <p:ph type="body" sz="quarter" idx="11"/>
          </p:nvPr>
        </p:nvSpPr>
        <p:spPr/>
        <p:txBody>
          <a:bodyPr/>
          <a:lstStyle/>
          <a:p>
            <a:pPr marL="0" indent="0">
              <a:buNone/>
            </a:pPr>
            <a:r>
              <a:rPr lang="fr-FR" dirty="0">
                <a:solidFill>
                  <a:schemeClr val="lt1"/>
                </a:solidFill>
                <a:latin typeface="IBM Plex Sans"/>
                <a:ea typeface="IBM Plex Sans"/>
                <a:cs typeface="IBM Plex Sans"/>
                <a:sym typeface="IBM Plex Sans"/>
              </a:rPr>
              <a:t>&lt; Nous retrouvons ensuite l’évolution de ce chiffre clé sur cette slide. /&gt;</a:t>
            </a:r>
          </a:p>
        </p:txBody>
      </p:sp>
    </p:spTree>
    <p:extLst>
      <p:ext uri="{BB962C8B-B14F-4D97-AF65-F5344CB8AC3E}">
        <p14:creationId xmlns:p14="http://schemas.microsoft.com/office/powerpoint/2010/main" val="69785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3">
            <a:extLst>
              <a:ext uri="{FF2B5EF4-FFF2-40B4-BE49-F238E27FC236}">
                <a16:creationId xmlns:a16="http://schemas.microsoft.com/office/drawing/2014/main" id="{757CB255-D83E-1201-AA62-4BC4944FFFAD}"/>
              </a:ext>
            </a:extLst>
          </p:cNvPr>
          <p:cNvSpPr txBox="1">
            <a:spLocks/>
          </p:cNvSpPr>
          <p:nvPr/>
        </p:nvSpPr>
        <p:spPr>
          <a:xfrm>
            <a:off x="293298" y="365125"/>
            <a:ext cx="11637034"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8600" dirty="0">
                <a:solidFill>
                  <a:srgbClr val="013AFB"/>
                </a:solidFill>
                <a:latin typeface="Anton"/>
                <a:ea typeface="Anton"/>
                <a:cs typeface="Anton"/>
                <a:sym typeface="Anton"/>
              </a:rPr>
              <a:t>CHIFFRES CLÉS</a:t>
            </a:r>
            <a:r>
              <a:rPr lang="fr-FR" sz="8600" dirty="0">
                <a:solidFill>
                  <a:srgbClr val="FF1EF7"/>
                </a:solidFill>
                <a:latin typeface="Anton"/>
                <a:ea typeface="Anton"/>
                <a:cs typeface="Anton"/>
                <a:sym typeface="Anton"/>
              </a:rPr>
              <a:t>_</a:t>
            </a:r>
          </a:p>
        </p:txBody>
      </p:sp>
      <p:sp>
        <p:nvSpPr>
          <p:cNvPr id="7" name="Google Shape;158;p22">
            <a:extLst>
              <a:ext uri="{FF2B5EF4-FFF2-40B4-BE49-F238E27FC236}">
                <a16:creationId xmlns:a16="http://schemas.microsoft.com/office/drawing/2014/main" id="{52B58BC5-D8D9-1E83-2CA1-095069BB551F}"/>
              </a:ext>
            </a:extLst>
          </p:cNvPr>
          <p:cNvSpPr/>
          <p:nvPr/>
        </p:nvSpPr>
        <p:spPr>
          <a:xfrm>
            <a:off x="9" y="5063265"/>
            <a:ext cx="1366800" cy="1794691"/>
          </a:xfrm>
          <a:prstGeom prst="rect">
            <a:avLst/>
          </a:prstGeom>
          <a:solidFill>
            <a:srgbClr val="00FF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159;p22">
            <a:extLst>
              <a:ext uri="{FF2B5EF4-FFF2-40B4-BE49-F238E27FC236}">
                <a16:creationId xmlns:a16="http://schemas.microsoft.com/office/drawing/2014/main" id="{B0A34056-40A9-A34B-F9E0-CEED398F8A41}"/>
              </a:ext>
            </a:extLst>
          </p:cNvPr>
          <p:cNvSpPr/>
          <p:nvPr/>
        </p:nvSpPr>
        <p:spPr>
          <a:xfrm>
            <a:off x="1366800" y="4334386"/>
            <a:ext cx="1366800" cy="2523439"/>
          </a:xfrm>
          <a:prstGeom prst="rect">
            <a:avLst/>
          </a:prstGeom>
          <a:solidFill>
            <a:srgbClr val="FF5F3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160;p22">
            <a:extLst>
              <a:ext uri="{FF2B5EF4-FFF2-40B4-BE49-F238E27FC236}">
                <a16:creationId xmlns:a16="http://schemas.microsoft.com/office/drawing/2014/main" id="{B45B3244-B264-070A-839E-C21B46024506}"/>
              </a:ext>
            </a:extLst>
          </p:cNvPr>
          <p:cNvSpPr/>
          <p:nvPr/>
        </p:nvSpPr>
        <p:spPr>
          <a:xfrm>
            <a:off x="2733600" y="3603006"/>
            <a:ext cx="1366800" cy="3254945"/>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161;p22">
            <a:extLst>
              <a:ext uri="{FF2B5EF4-FFF2-40B4-BE49-F238E27FC236}">
                <a16:creationId xmlns:a16="http://schemas.microsoft.com/office/drawing/2014/main" id="{531F2B89-CD4B-B1CA-55BB-26312A69CFF6}"/>
              </a:ext>
            </a:extLst>
          </p:cNvPr>
          <p:cNvSpPr/>
          <p:nvPr/>
        </p:nvSpPr>
        <p:spPr>
          <a:xfrm>
            <a:off x="4100400" y="4537035"/>
            <a:ext cx="1366800" cy="2320965"/>
          </a:xfrm>
          <a:prstGeom prst="rect">
            <a:avLst/>
          </a:prstGeom>
          <a:solidFill>
            <a:srgbClr val="FF1EF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 name="Google Shape;162;p22">
            <a:extLst>
              <a:ext uri="{FF2B5EF4-FFF2-40B4-BE49-F238E27FC236}">
                <a16:creationId xmlns:a16="http://schemas.microsoft.com/office/drawing/2014/main" id="{6B38E2AB-75B3-7A86-29C6-9BF7E2E8A43B}"/>
              </a:ext>
            </a:extLst>
          </p:cNvPr>
          <p:cNvSpPr txBox="1"/>
          <p:nvPr/>
        </p:nvSpPr>
        <p:spPr>
          <a:xfrm>
            <a:off x="0" y="3999642"/>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600" dirty="0">
                <a:solidFill>
                  <a:srgbClr val="013AFB"/>
                </a:solidFill>
                <a:latin typeface="Anton"/>
                <a:ea typeface="Anton"/>
                <a:cs typeface="Anton"/>
                <a:sym typeface="Anton"/>
              </a:rPr>
              <a:t>11 %</a:t>
            </a:r>
            <a:endParaRPr sz="3600" dirty="0">
              <a:solidFill>
                <a:srgbClr val="013AFB"/>
              </a:solidFill>
              <a:latin typeface="Anton"/>
              <a:ea typeface="Anton"/>
              <a:cs typeface="Anton"/>
              <a:sym typeface="Anton"/>
            </a:endParaRPr>
          </a:p>
        </p:txBody>
      </p:sp>
      <p:sp>
        <p:nvSpPr>
          <p:cNvPr id="12" name="Google Shape;163;p22">
            <a:extLst>
              <a:ext uri="{FF2B5EF4-FFF2-40B4-BE49-F238E27FC236}">
                <a16:creationId xmlns:a16="http://schemas.microsoft.com/office/drawing/2014/main" id="{75D2C611-29CC-1B59-96B6-3F1CC6D31DB4}"/>
              </a:ext>
            </a:extLst>
          </p:cNvPr>
          <p:cNvSpPr txBox="1"/>
          <p:nvPr/>
        </p:nvSpPr>
        <p:spPr>
          <a:xfrm>
            <a:off x="1366800" y="3441932"/>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600">
                <a:solidFill>
                  <a:srgbClr val="013AFB"/>
                </a:solidFill>
                <a:latin typeface="Anton"/>
                <a:ea typeface="Anton"/>
                <a:cs typeface="Anton"/>
                <a:sym typeface="Anton"/>
              </a:rPr>
              <a:t>20 %</a:t>
            </a:r>
            <a:endParaRPr sz="3600">
              <a:solidFill>
                <a:srgbClr val="013AFB"/>
              </a:solidFill>
              <a:latin typeface="Anton"/>
              <a:ea typeface="Anton"/>
              <a:cs typeface="Anton"/>
              <a:sym typeface="Anton"/>
            </a:endParaRPr>
          </a:p>
        </p:txBody>
      </p:sp>
      <p:sp>
        <p:nvSpPr>
          <p:cNvPr id="13" name="Google Shape;164;p22">
            <a:extLst>
              <a:ext uri="{FF2B5EF4-FFF2-40B4-BE49-F238E27FC236}">
                <a16:creationId xmlns:a16="http://schemas.microsoft.com/office/drawing/2014/main" id="{7487CC7F-2974-6EE0-7695-BA468FA63A7F}"/>
              </a:ext>
            </a:extLst>
          </p:cNvPr>
          <p:cNvSpPr txBox="1"/>
          <p:nvPr/>
        </p:nvSpPr>
        <p:spPr>
          <a:xfrm>
            <a:off x="2733600" y="2906110"/>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600">
                <a:solidFill>
                  <a:srgbClr val="013AFB"/>
                </a:solidFill>
                <a:latin typeface="Anton"/>
                <a:ea typeface="Anton"/>
                <a:cs typeface="Anton"/>
                <a:sym typeface="Anton"/>
              </a:rPr>
              <a:t>32 %</a:t>
            </a:r>
            <a:endParaRPr sz="3600">
              <a:solidFill>
                <a:srgbClr val="013AFB"/>
              </a:solidFill>
              <a:latin typeface="Anton"/>
              <a:ea typeface="Anton"/>
              <a:cs typeface="Anton"/>
              <a:sym typeface="Anton"/>
            </a:endParaRPr>
          </a:p>
        </p:txBody>
      </p:sp>
      <p:sp>
        <p:nvSpPr>
          <p:cNvPr id="14" name="Google Shape;165;p22">
            <a:extLst>
              <a:ext uri="{FF2B5EF4-FFF2-40B4-BE49-F238E27FC236}">
                <a16:creationId xmlns:a16="http://schemas.microsoft.com/office/drawing/2014/main" id="{F7922E26-D91D-A0D9-CB78-1651D160B186}"/>
              </a:ext>
            </a:extLst>
          </p:cNvPr>
          <p:cNvSpPr txBox="1"/>
          <p:nvPr/>
        </p:nvSpPr>
        <p:spPr>
          <a:xfrm>
            <a:off x="4100400" y="3603006"/>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600">
                <a:solidFill>
                  <a:srgbClr val="013AFB"/>
                </a:solidFill>
                <a:latin typeface="Anton"/>
                <a:ea typeface="Anton"/>
                <a:cs typeface="Anton"/>
                <a:sym typeface="Anton"/>
              </a:rPr>
              <a:t>18 %</a:t>
            </a:r>
            <a:endParaRPr sz="3600">
              <a:solidFill>
                <a:srgbClr val="013AFB"/>
              </a:solidFill>
              <a:latin typeface="Anton"/>
              <a:ea typeface="Anton"/>
              <a:cs typeface="Anton"/>
              <a:sym typeface="Anton"/>
            </a:endParaRPr>
          </a:p>
        </p:txBody>
      </p:sp>
      <p:sp>
        <p:nvSpPr>
          <p:cNvPr id="15" name="Google Shape;166;p22">
            <a:extLst>
              <a:ext uri="{FF2B5EF4-FFF2-40B4-BE49-F238E27FC236}">
                <a16:creationId xmlns:a16="http://schemas.microsoft.com/office/drawing/2014/main" id="{5667E1F3-B8CC-5C5B-19A8-BA4A791D3763}"/>
              </a:ext>
            </a:extLst>
          </p:cNvPr>
          <p:cNvSpPr txBox="1"/>
          <p:nvPr/>
        </p:nvSpPr>
        <p:spPr>
          <a:xfrm>
            <a:off x="5727050" y="3642298"/>
            <a:ext cx="3929014" cy="3096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fr">
                <a:solidFill>
                  <a:srgbClr val="013AFB"/>
                </a:solidFill>
                <a:latin typeface="IBM Plex Sans"/>
                <a:ea typeface="IBM Plex Sans"/>
                <a:cs typeface="IBM Plex Sans"/>
                <a:sym typeface="IBM Plex Sans"/>
              </a:rPr>
              <a:t>&lt; </a:t>
            </a:r>
            <a:r>
              <a:rPr lang="fr">
                <a:solidFill>
                  <a:schemeClr val="dk1"/>
                </a:solidFill>
                <a:latin typeface="IBM Plex Sans"/>
                <a:ea typeface="IBM Plex Sans"/>
                <a:cs typeface="IBM Plex Sans"/>
                <a:sym typeface="IBM Plex Sans"/>
              </a:rPr>
              <a:t>Chiffres clés sous forme de pourcentages. </a:t>
            </a:r>
            <a:r>
              <a:rPr lang="fr">
                <a:solidFill>
                  <a:srgbClr val="013AFB"/>
                </a:solidFill>
                <a:latin typeface="IBM Plex Sans"/>
                <a:ea typeface="IBM Plex Sans"/>
                <a:cs typeface="IBM Plex Sans"/>
                <a:sym typeface="IBM Plex Sans"/>
              </a:rPr>
              <a:t>/&gt;</a:t>
            </a:r>
            <a:endParaRPr>
              <a:solidFill>
                <a:schemeClr val="dk1"/>
              </a:solidFill>
              <a:latin typeface="IBM Plex Sans"/>
              <a:ea typeface="IBM Plex Sans"/>
              <a:cs typeface="IBM Plex Sans"/>
              <a:sym typeface="IBM Plex Sans"/>
            </a:endParaRPr>
          </a:p>
        </p:txBody>
      </p:sp>
    </p:spTree>
    <p:extLst>
      <p:ext uri="{BB962C8B-B14F-4D97-AF65-F5344CB8AC3E}">
        <p14:creationId xmlns:p14="http://schemas.microsoft.com/office/powerpoint/2010/main" val="2862563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A1CF3-B3BF-AB9F-EC7D-31AA71BD8372}"/>
              </a:ext>
            </a:extLst>
          </p:cNvPr>
          <p:cNvSpPr>
            <a:spLocks noGrp="1"/>
          </p:cNvSpPr>
          <p:nvPr>
            <p:ph type="title"/>
          </p:nvPr>
        </p:nvSpPr>
        <p:spPr/>
        <p:txBody>
          <a:bodyPr/>
          <a:lstStyle/>
          <a:p>
            <a:r>
              <a:rPr lang="fr-FR" dirty="0"/>
              <a:t>CITATION</a:t>
            </a:r>
            <a:r>
              <a:rPr lang="fr-FR" dirty="0">
                <a:solidFill>
                  <a:srgbClr val="00FF97"/>
                </a:solidFill>
              </a:rPr>
              <a:t>_</a:t>
            </a:r>
          </a:p>
        </p:txBody>
      </p:sp>
      <p:sp>
        <p:nvSpPr>
          <p:cNvPr id="3" name="Espace réservé du texte 2">
            <a:extLst>
              <a:ext uri="{FF2B5EF4-FFF2-40B4-BE49-F238E27FC236}">
                <a16:creationId xmlns:a16="http://schemas.microsoft.com/office/drawing/2014/main" id="{1B9EA92E-A61E-99A4-C171-C9F402519EAA}"/>
              </a:ext>
            </a:extLst>
          </p:cNvPr>
          <p:cNvSpPr>
            <a:spLocks noGrp="1"/>
          </p:cNvSpPr>
          <p:nvPr>
            <p:ph type="body" sz="quarter" idx="10"/>
          </p:nvPr>
        </p:nvSpPr>
        <p:spPr/>
        <p:txBody>
          <a:bodyPr/>
          <a:lstStyle/>
          <a:p>
            <a:pPr lvl="0">
              <a:spcBef>
                <a:spcPts val="0"/>
              </a:spcBef>
            </a:pPr>
            <a:r>
              <a:rPr lang="fr-FR" dirty="0">
                <a:solidFill>
                  <a:schemeClr val="lt1"/>
                </a:solidFill>
                <a:latin typeface="IBM Plex Sans"/>
                <a:ea typeface="IBM Plex Sans"/>
                <a:cs typeface="IBM Plex Sans"/>
                <a:sym typeface="IBM Plex Sans"/>
              </a:rPr>
              <a:t>&lt; Vous pouvez sur cette slide inclure une citation à mettre en avant. /&gt;</a:t>
            </a:r>
          </a:p>
        </p:txBody>
      </p:sp>
      <p:sp>
        <p:nvSpPr>
          <p:cNvPr id="4" name="Espace réservé du texte 3">
            <a:extLst>
              <a:ext uri="{FF2B5EF4-FFF2-40B4-BE49-F238E27FC236}">
                <a16:creationId xmlns:a16="http://schemas.microsoft.com/office/drawing/2014/main" id="{44F56B83-79A4-691D-5A06-F92B8DBF8DC3}"/>
              </a:ext>
            </a:extLst>
          </p:cNvPr>
          <p:cNvSpPr>
            <a:spLocks noGrp="1"/>
          </p:cNvSpPr>
          <p:nvPr>
            <p:ph type="body" sz="quarter" idx="11"/>
          </p:nvPr>
        </p:nvSpPr>
        <p:spPr/>
        <p:txBody>
          <a:bodyPr/>
          <a:lstStyle/>
          <a:p>
            <a:pPr lvl="0">
              <a:spcBef>
                <a:spcPts val="0"/>
              </a:spcBef>
            </a:pPr>
            <a:r>
              <a:rPr lang="fr-FR" dirty="0">
                <a:solidFill>
                  <a:schemeClr val="lt1"/>
                </a:solidFill>
                <a:latin typeface="IBM Plex Sans Light"/>
                <a:ea typeface="IBM Plex Sans Light"/>
                <a:cs typeface="IBM Plex Sans Light"/>
                <a:sym typeface="IBM Plex Sans Light"/>
              </a:rPr>
              <a:t>Nom Prénom, Fonction</a:t>
            </a:r>
          </a:p>
        </p:txBody>
      </p:sp>
    </p:spTree>
    <p:extLst>
      <p:ext uri="{BB962C8B-B14F-4D97-AF65-F5344CB8AC3E}">
        <p14:creationId xmlns:p14="http://schemas.microsoft.com/office/powerpoint/2010/main" val="3200634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7766A-C59B-FBC2-8BB7-BDBB9F80C9C1}"/>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FF1EF7"/>
                </a:solidFill>
                <a:latin typeface="Anton" pitchFamily="2" charset="0"/>
                <a:ea typeface="Anton"/>
                <a:cs typeface="Anton"/>
                <a:sym typeface="Anton"/>
              </a:rPr>
              <a:t>_</a:t>
            </a:r>
            <a:endParaRPr lang="fr-FR" sz="8600" dirty="0">
              <a:solidFill>
                <a:srgbClr val="FF1EF7"/>
              </a:solidFill>
              <a:latin typeface="Anton" pitchFamily="2" charset="0"/>
            </a:endParaRPr>
          </a:p>
        </p:txBody>
      </p:sp>
      <p:sp>
        <p:nvSpPr>
          <p:cNvPr id="6" name="Google Shape;180;p24">
            <a:extLst>
              <a:ext uri="{FF2B5EF4-FFF2-40B4-BE49-F238E27FC236}">
                <a16:creationId xmlns:a16="http://schemas.microsoft.com/office/drawing/2014/main" id="{11EF4C9E-DBF3-5555-AC1B-EC4AAD880BEA}"/>
              </a:ext>
            </a:extLst>
          </p:cNvPr>
          <p:cNvSpPr/>
          <p:nvPr/>
        </p:nvSpPr>
        <p:spPr>
          <a:xfrm>
            <a:off x="2657" y="3198787"/>
            <a:ext cx="1366800" cy="2635207"/>
          </a:xfrm>
          <a:prstGeom prst="rect">
            <a:avLst/>
          </a:prstGeom>
          <a:solidFill>
            <a:srgbClr val="00FF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 name="Google Shape;181;p24">
            <a:extLst>
              <a:ext uri="{FF2B5EF4-FFF2-40B4-BE49-F238E27FC236}">
                <a16:creationId xmlns:a16="http://schemas.microsoft.com/office/drawing/2014/main" id="{651E40CB-29E7-8A91-FF45-7A72D51BA89B}"/>
              </a:ext>
            </a:extLst>
          </p:cNvPr>
          <p:cNvSpPr/>
          <p:nvPr/>
        </p:nvSpPr>
        <p:spPr>
          <a:xfrm>
            <a:off x="1369457" y="3198664"/>
            <a:ext cx="1366800" cy="2635207"/>
          </a:xfrm>
          <a:prstGeom prst="rect">
            <a:avLst/>
          </a:prstGeom>
          <a:solidFill>
            <a:srgbClr val="FF5F3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182;p24">
            <a:extLst>
              <a:ext uri="{FF2B5EF4-FFF2-40B4-BE49-F238E27FC236}">
                <a16:creationId xmlns:a16="http://schemas.microsoft.com/office/drawing/2014/main" id="{B7F59456-E902-E0AF-B043-6FD5EDE5C435}"/>
              </a:ext>
            </a:extLst>
          </p:cNvPr>
          <p:cNvSpPr/>
          <p:nvPr/>
        </p:nvSpPr>
        <p:spPr>
          <a:xfrm>
            <a:off x="2736257" y="3198789"/>
            <a:ext cx="1366800" cy="2635207"/>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183;p24">
            <a:extLst>
              <a:ext uri="{FF2B5EF4-FFF2-40B4-BE49-F238E27FC236}">
                <a16:creationId xmlns:a16="http://schemas.microsoft.com/office/drawing/2014/main" id="{35900B36-61A9-760C-A7FC-7E2FE0144CCF}"/>
              </a:ext>
            </a:extLst>
          </p:cNvPr>
          <p:cNvSpPr/>
          <p:nvPr/>
        </p:nvSpPr>
        <p:spPr>
          <a:xfrm>
            <a:off x="4103057" y="3198839"/>
            <a:ext cx="1366800" cy="2635207"/>
          </a:xfrm>
          <a:prstGeom prst="rect">
            <a:avLst/>
          </a:prstGeom>
          <a:solidFill>
            <a:srgbClr val="FF1EF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186;p24">
            <a:extLst>
              <a:ext uri="{FF2B5EF4-FFF2-40B4-BE49-F238E27FC236}">
                <a16:creationId xmlns:a16="http://schemas.microsoft.com/office/drawing/2014/main" id="{E91370FB-7645-E13A-5400-78BCDCFC8920}"/>
              </a:ext>
            </a:extLst>
          </p:cNvPr>
          <p:cNvSpPr/>
          <p:nvPr/>
        </p:nvSpPr>
        <p:spPr>
          <a:xfrm>
            <a:off x="2657" y="4936148"/>
            <a:ext cx="1366800" cy="1921800"/>
          </a:xfrm>
          <a:prstGeom prst="rect">
            <a:avLst/>
          </a:prstGeom>
          <a:solidFill>
            <a:srgbClr val="00FF97">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 name="Google Shape;187;p24">
            <a:extLst>
              <a:ext uri="{FF2B5EF4-FFF2-40B4-BE49-F238E27FC236}">
                <a16:creationId xmlns:a16="http://schemas.microsoft.com/office/drawing/2014/main" id="{B5358960-599D-E45E-2FF1-F5C03AC2DCAF}"/>
              </a:ext>
            </a:extLst>
          </p:cNvPr>
          <p:cNvSpPr/>
          <p:nvPr/>
        </p:nvSpPr>
        <p:spPr>
          <a:xfrm>
            <a:off x="1369457" y="4936025"/>
            <a:ext cx="1366800" cy="1921800"/>
          </a:xfrm>
          <a:prstGeom prst="rect">
            <a:avLst/>
          </a:prstGeom>
          <a:solidFill>
            <a:srgbClr val="FF5F3A">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188;p24">
            <a:extLst>
              <a:ext uri="{FF2B5EF4-FFF2-40B4-BE49-F238E27FC236}">
                <a16:creationId xmlns:a16="http://schemas.microsoft.com/office/drawing/2014/main" id="{0EB26927-BAC3-7D55-1853-004D4C5E540D}"/>
              </a:ext>
            </a:extLst>
          </p:cNvPr>
          <p:cNvSpPr/>
          <p:nvPr/>
        </p:nvSpPr>
        <p:spPr>
          <a:xfrm>
            <a:off x="2736257" y="4936150"/>
            <a:ext cx="1366800" cy="1921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189;p24">
            <a:extLst>
              <a:ext uri="{FF2B5EF4-FFF2-40B4-BE49-F238E27FC236}">
                <a16:creationId xmlns:a16="http://schemas.microsoft.com/office/drawing/2014/main" id="{E05CA857-DB49-3BE3-6CC7-37D4031828BC}"/>
              </a:ext>
            </a:extLst>
          </p:cNvPr>
          <p:cNvSpPr/>
          <p:nvPr/>
        </p:nvSpPr>
        <p:spPr>
          <a:xfrm>
            <a:off x="4103057" y="4936200"/>
            <a:ext cx="1366800" cy="1921800"/>
          </a:xfrm>
          <a:prstGeom prst="rect">
            <a:avLst/>
          </a:prstGeom>
          <a:solidFill>
            <a:srgbClr val="FF1EF7">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190;p24">
            <a:extLst>
              <a:ext uri="{FF2B5EF4-FFF2-40B4-BE49-F238E27FC236}">
                <a16:creationId xmlns:a16="http://schemas.microsoft.com/office/drawing/2014/main" id="{C6C1EB08-C6FA-8F81-7FF7-B29A9D3F6BF9}"/>
              </a:ext>
            </a:extLst>
          </p:cNvPr>
          <p:cNvSpPr txBox="1"/>
          <p:nvPr/>
        </p:nvSpPr>
        <p:spPr>
          <a:xfrm>
            <a:off x="4103057" y="2616101"/>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1800">
                <a:solidFill>
                  <a:srgbClr val="013AFB"/>
                </a:solidFill>
                <a:latin typeface="IBM Plex Sans"/>
                <a:ea typeface="IBM Plex Sans"/>
                <a:cs typeface="IBM Plex Sans"/>
                <a:sym typeface="IBM Plex Sans"/>
              </a:rPr>
              <a:t>#ff1ef7</a:t>
            </a:r>
            <a:endParaRPr sz="1800">
              <a:solidFill>
                <a:srgbClr val="013AFB"/>
              </a:solidFill>
              <a:latin typeface="IBM Plex Sans"/>
              <a:ea typeface="IBM Plex Sans"/>
              <a:cs typeface="IBM Plex Sans"/>
              <a:sym typeface="IBM Plex Sans"/>
            </a:endParaRPr>
          </a:p>
        </p:txBody>
      </p:sp>
      <p:sp>
        <p:nvSpPr>
          <p:cNvPr id="15" name="Google Shape;191;p24">
            <a:extLst>
              <a:ext uri="{FF2B5EF4-FFF2-40B4-BE49-F238E27FC236}">
                <a16:creationId xmlns:a16="http://schemas.microsoft.com/office/drawing/2014/main" id="{949D9E51-0A7B-9FF6-84CF-FB72BE6A6067}"/>
              </a:ext>
            </a:extLst>
          </p:cNvPr>
          <p:cNvSpPr txBox="1"/>
          <p:nvPr/>
        </p:nvSpPr>
        <p:spPr>
          <a:xfrm>
            <a:off x="5760719" y="3294826"/>
            <a:ext cx="3858769" cy="3096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fr">
                <a:solidFill>
                  <a:srgbClr val="013AFB"/>
                </a:solidFill>
                <a:latin typeface="IBM Plex Sans"/>
                <a:ea typeface="IBM Plex Sans"/>
                <a:cs typeface="IBM Plex Sans"/>
                <a:sym typeface="IBM Plex Sans"/>
              </a:rPr>
              <a:t>&lt; </a:t>
            </a:r>
            <a:r>
              <a:rPr lang="fr">
                <a:solidFill>
                  <a:schemeClr val="dk1"/>
                </a:solidFill>
                <a:latin typeface="IBM Plex Sans"/>
                <a:ea typeface="IBM Plex Sans"/>
                <a:cs typeface="IBM Plex Sans"/>
                <a:sym typeface="IBM Plex Sans"/>
              </a:rPr>
              <a:t>Les couleurs peuvent être utilisées à 50% d’opacité. </a:t>
            </a:r>
            <a:r>
              <a:rPr lang="fr">
                <a:solidFill>
                  <a:srgbClr val="013AFB"/>
                </a:solidFill>
                <a:latin typeface="IBM Plex Sans"/>
                <a:ea typeface="IBM Plex Sans"/>
                <a:cs typeface="IBM Plex Sans"/>
                <a:sym typeface="IBM Plex Sans"/>
              </a:rPr>
              <a:t>/&gt;</a:t>
            </a:r>
            <a:endParaRPr>
              <a:solidFill>
                <a:schemeClr val="dk1"/>
              </a:solidFill>
              <a:latin typeface="IBM Plex Sans"/>
              <a:ea typeface="IBM Plex Sans"/>
              <a:cs typeface="IBM Plex Sans"/>
              <a:sym typeface="IBM Plex Sans"/>
            </a:endParaRPr>
          </a:p>
        </p:txBody>
      </p:sp>
      <p:sp>
        <p:nvSpPr>
          <p:cNvPr id="16" name="Google Shape;192;p24">
            <a:extLst>
              <a:ext uri="{FF2B5EF4-FFF2-40B4-BE49-F238E27FC236}">
                <a16:creationId xmlns:a16="http://schemas.microsoft.com/office/drawing/2014/main" id="{6AB01C66-E228-2C1F-6418-B67AB5482C71}"/>
              </a:ext>
            </a:extLst>
          </p:cNvPr>
          <p:cNvSpPr txBox="1"/>
          <p:nvPr/>
        </p:nvSpPr>
        <p:spPr>
          <a:xfrm>
            <a:off x="2719714" y="2616101"/>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1800">
                <a:solidFill>
                  <a:srgbClr val="013AFB"/>
                </a:solidFill>
                <a:latin typeface="IBM Plex Sans"/>
                <a:ea typeface="IBM Plex Sans"/>
                <a:cs typeface="IBM Plex Sans"/>
                <a:sym typeface="IBM Plex Sans"/>
              </a:rPr>
              <a:t>#013afb</a:t>
            </a:r>
            <a:endParaRPr sz="1800">
              <a:solidFill>
                <a:srgbClr val="013AFB"/>
              </a:solidFill>
              <a:latin typeface="IBM Plex Sans"/>
              <a:ea typeface="IBM Plex Sans"/>
              <a:cs typeface="IBM Plex Sans"/>
              <a:sym typeface="IBM Plex Sans"/>
            </a:endParaRPr>
          </a:p>
        </p:txBody>
      </p:sp>
      <p:sp>
        <p:nvSpPr>
          <p:cNvPr id="17" name="Google Shape;193;p24">
            <a:extLst>
              <a:ext uri="{FF2B5EF4-FFF2-40B4-BE49-F238E27FC236}">
                <a16:creationId xmlns:a16="http://schemas.microsoft.com/office/drawing/2014/main" id="{92A3B175-27E7-8F1D-5B38-732D1C5A2D72}"/>
              </a:ext>
            </a:extLst>
          </p:cNvPr>
          <p:cNvSpPr txBox="1"/>
          <p:nvPr/>
        </p:nvSpPr>
        <p:spPr>
          <a:xfrm>
            <a:off x="1383343" y="2616101"/>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1800">
                <a:solidFill>
                  <a:srgbClr val="013AFB"/>
                </a:solidFill>
                <a:latin typeface="IBM Plex Sans"/>
                <a:ea typeface="IBM Plex Sans"/>
                <a:cs typeface="IBM Plex Sans"/>
                <a:sym typeface="IBM Plex Sans"/>
              </a:rPr>
              <a:t>#ff5f3a</a:t>
            </a:r>
            <a:endParaRPr sz="1800">
              <a:solidFill>
                <a:srgbClr val="013AFB"/>
              </a:solidFill>
              <a:latin typeface="IBM Plex Sans"/>
              <a:ea typeface="IBM Plex Sans"/>
              <a:cs typeface="IBM Plex Sans"/>
              <a:sym typeface="IBM Plex Sans"/>
            </a:endParaRPr>
          </a:p>
        </p:txBody>
      </p:sp>
      <p:sp>
        <p:nvSpPr>
          <p:cNvPr id="18" name="Google Shape;194;p24">
            <a:extLst>
              <a:ext uri="{FF2B5EF4-FFF2-40B4-BE49-F238E27FC236}">
                <a16:creationId xmlns:a16="http://schemas.microsoft.com/office/drawing/2014/main" id="{76B788DA-FC49-DE7C-0507-3262A3F10F3B}"/>
              </a:ext>
            </a:extLst>
          </p:cNvPr>
          <p:cNvSpPr txBox="1"/>
          <p:nvPr/>
        </p:nvSpPr>
        <p:spPr>
          <a:xfrm>
            <a:off x="0" y="2616101"/>
            <a:ext cx="1366800" cy="44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1800" dirty="0">
                <a:solidFill>
                  <a:srgbClr val="013AFB"/>
                </a:solidFill>
                <a:latin typeface="IBM Plex Sans"/>
                <a:ea typeface="IBM Plex Sans"/>
                <a:cs typeface="IBM Plex Sans"/>
                <a:sym typeface="IBM Plex Sans"/>
              </a:rPr>
              <a:t>#00ff97</a:t>
            </a:r>
            <a:endParaRPr sz="1800" dirty="0">
              <a:solidFill>
                <a:srgbClr val="013AFB"/>
              </a:solidFill>
              <a:latin typeface="IBM Plex Sans"/>
              <a:ea typeface="IBM Plex Sans"/>
              <a:cs typeface="IBM Plex Sans"/>
              <a:sym typeface="IBM Plex Sans"/>
            </a:endParaRPr>
          </a:p>
        </p:txBody>
      </p:sp>
    </p:spTree>
    <p:extLst>
      <p:ext uri="{BB962C8B-B14F-4D97-AF65-F5344CB8AC3E}">
        <p14:creationId xmlns:p14="http://schemas.microsoft.com/office/powerpoint/2010/main" val="3956587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B3DE1-DF31-0945-1B96-FB870CFA68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0C1F6D-8EAF-B96C-1C35-3F26FDF9B95E}"/>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FF5F3A"/>
                </a:solidFill>
                <a:latin typeface="Anton" pitchFamily="2" charset="0"/>
                <a:ea typeface="Anton"/>
                <a:cs typeface="Anton"/>
                <a:sym typeface="Anton"/>
              </a:rPr>
              <a:t>_</a:t>
            </a:r>
            <a:endParaRPr lang="fr-FR" sz="8600" dirty="0">
              <a:solidFill>
                <a:srgbClr val="FF5F3A"/>
              </a:solidFill>
              <a:latin typeface="Anton" pitchFamily="2" charset="0"/>
            </a:endParaRPr>
          </a:p>
        </p:txBody>
      </p:sp>
      <p:sp>
        <p:nvSpPr>
          <p:cNvPr id="3" name="Google Shape;57;p13">
            <a:extLst>
              <a:ext uri="{FF2B5EF4-FFF2-40B4-BE49-F238E27FC236}">
                <a16:creationId xmlns:a16="http://schemas.microsoft.com/office/drawing/2014/main" id="{7E86393C-26CD-D85F-E832-2EB7FDC42263}"/>
              </a:ext>
            </a:extLst>
          </p:cNvPr>
          <p:cNvSpPr/>
          <p:nvPr/>
        </p:nvSpPr>
        <p:spPr>
          <a:xfrm rot="10800000">
            <a:off x="6964392" y="3790792"/>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 name="Google Shape;58;p13">
            <a:extLst>
              <a:ext uri="{FF2B5EF4-FFF2-40B4-BE49-F238E27FC236}">
                <a16:creationId xmlns:a16="http://schemas.microsoft.com/office/drawing/2014/main" id="{BF580A19-E225-BFC5-1E9F-FA94590D97B9}"/>
              </a:ext>
            </a:extLst>
          </p:cNvPr>
          <p:cNvSpPr/>
          <p:nvPr/>
        </p:nvSpPr>
        <p:spPr>
          <a:xfrm rot="10800000">
            <a:off x="8706928" y="2048256"/>
            <a:ext cx="3485072"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 name="Google Shape;204;p25">
            <a:extLst>
              <a:ext uri="{FF2B5EF4-FFF2-40B4-BE49-F238E27FC236}">
                <a16:creationId xmlns:a16="http://schemas.microsoft.com/office/drawing/2014/main" id="{E2E17B98-2E0D-973C-D6E5-51CB854DD35B}"/>
              </a:ext>
            </a:extLst>
          </p:cNvPr>
          <p:cNvSpPr/>
          <p:nvPr/>
        </p:nvSpPr>
        <p:spPr>
          <a:xfrm>
            <a:off x="0" y="2053430"/>
            <a:ext cx="6096000" cy="4804569"/>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 name="Google Shape;57;p13">
            <a:extLst>
              <a:ext uri="{FF2B5EF4-FFF2-40B4-BE49-F238E27FC236}">
                <a16:creationId xmlns:a16="http://schemas.microsoft.com/office/drawing/2014/main" id="{3D9DBF54-7CC9-C88C-7088-0199A143873C}"/>
              </a:ext>
            </a:extLst>
          </p:cNvPr>
          <p:cNvSpPr/>
          <p:nvPr/>
        </p:nvSpPr>
        <p:spPr>
          <a:xfrm rot="10800000">
            <a:off x="868392" y="3790793"/>
            <a:ext cx="1742536"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 name="Google Shape;58;p13">
            <a:extLst>
              <a:ext uri="{FF2B5EF4-FFF2-40B4-BE49-F238E27FC236}">
                <a16:creationId xmlns:a16="http://schemas.microsoft.com/office/drawing/2014/main" id="{FD630576-CAD8-4044-CE93-089997913D97}"/>
              </a:ext>
            </a:extLst>
          </p:cNvPr>
          <p:cNvSpPr/>
          <p:nvPr/>
        </p:nvSpPr>
        <p:spPr>
          <a:xfrm rot="10800000">
            <a:off x="2610928" y="2048257"/>
            <a:ext cx="3485072" cy="1742536"/>
          </a:xfrm>
          <a:prstGeom prst="rect">
            <a:avLst/>
          </a:prstGeom>
          <a:solidFill>
            <a:srgbClr val="809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 name="Google Shape;208;p25">
            <a:extLst>
              <a:ext uri="{FF2B5EF4-FFF2-40B4-BE49-F238E27FC236}">
                <a16:creationId xmlns:a16="http://schemas.microsoft.com/office/drawing/2014/main" id="{555311CE-FC3A-0A90-D323-DDEF57A2BF77}"/>
              </a:ext>
            </a:extLst>
          </p:cNvPr>
          <p:cNvSpPr txBox="1"/>
          <p:nvPr/>
        </p:nvSpPr>
        <p:spPr>
          <a:xfrm>
            <a:off x="2738142" y="3856166"/>
            <a:ext cx="3242034" cy="88042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chemeClr val="lt1"/>
                </a:solidFill>
                <a:latin typeface="IBM Plex Sans"/>
                <a:ea typeface="IBM Plex Sans"/>
                <a:cs typeface="IBM Plex Sans"/>
                <a:sym typeface="IBM Plex Sans"/>
              </a:rPr>
              <a:t>#ffffff,</a:t>
            </a:r>
            <a:endParaRPr sz="1800" dirty="0">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fr" sz="1800" dirty="0">
                <a:solidFill>
                  <a:schemeClr val="lt1"/>
                </a:solidFill>
                <a:latin typeface="IBM Plex Sans"/>
                <a:ea typeface="IBM Plex Sans"/>
                <a:cs typeface="IBM Plex Sans"/>
                <a:sym typeface="IBM Plex Sans"/>
              </a:rPr>
              <a:t>50% d’opacité</a:t>
            </a:r>
            <a:endParaRPr sz="1800" dirty="0">
              <a:solidFill>
                <a:schemeClr val="lt1"/>
              </a:solidFill>
              <a:latin typeface="IBM Plex Sans"/>
              <a:ea typeface="IBM Plex Sans"/>
              <a:cs typeface="IBM Plex Sans"/>
              <a:sym typeface="IBM Plex Sans"/>
            </a:endParaRPr>
          </a:p>
        </p:txBody>
      </p:sp>
      <p:sp>
        <p:nvSpPr>
          <p:cNvPr id="22" name="Google Shape;208;p25">
            <a:extLst>
              <a:ext uri="{FF2B5EF4-FFF2-40B4-BE49-F238E27FC236}">
                <a16:creationId xmlns:a16="http://schemas.microsoft.com/office/drawing/2014/main" id="{80D71DCB-0845-A3CB-8816-61F368839404}"/>
              </a:ext>
            </a:extLst>
          </p:cNvPr>
          <p:cNvSpPr txBox="1"/>
          <p:nvPr/>
        </p:nvSpPr>
        <p:spPr>
          <a:xfrm>
            <a:off x="8828447" y="3856166"/>
            <a:ext cx="3242034" cy="88042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#ffffff,</a:t>
            </a:r>
            <a:endParaRPr sz="1800" dirty="0">
              <a:solidFill>
                <a:srgbClr val="013AFB"/>
              </a:solidFill>
              <a:latin typeface="IBM Plex Sans"/>
              <a:ea typeface="IBM Plex Sans"/>
              <a:cs typeface="IBM Plex Sans"/>
              <a:sym typeface="IBM Plex Sans"/>
            </a:endParaRPr>
          </a:p>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50% d’opacité</a:t>
            </a:r>
            <a:endParaRPr sz="1800" dirty="0">
              <a:solidFill>
                <a:srgbClr val="013AFB"/>
              </a:solidFill>
              <a:latin typeface="IBM Plex Sans"/>
              <a:ea typeface="IBM Plex Sans"/>
              <a:cs typeface="IBM Plex Sans"/>
              <a:sym typeface="IBM Plex Sans"/>
            </a:endParaRPr>
          </a:p>
        </p:txBody>
      </p:sp>
      <p:sp>
        <p:nvSpPr>
          <p:cNvPr id="23" name="Google Shape;203;p25">
            <a:extLst>
              <a:ext uri="{FF2B5EF4-FFF2-40B4-BE49-F238E27FC236}">
                <a16:creationId xmlns:a16="http://schemas.microsoft.com/office/drawing/2014/main" id="{15893F52-F672-36A0-32B2-CC33FD3B15CE}"/>
              </a:ext>
            </a:extLst>
          </p:cNvPr>
          <p:cNvSpPr txBox="1"/>
          <p:nvPr/>
        </p:nvSpPr>
        <p:spPr>
          <a:xfrm>
            <a:off x="6964392" y="5890896"/>
            <a:ext cx="4213226" cy="669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fr" dirty="0">
                <a:solidFill>
                  <a:srgbClr val="013AFB"/>
                </a:solidFill>
                <a:latin typeface="IBM Plex Sans"/>
                <a:ea typeface="IBM Plex Sans"/>
                <a:cs typeface="IBM Plex Sans"/>
                <a:sym typeface="IBM Plex Sans"/>
              </a:rPr>
              <a:t>&lt; </a:t>
            </a:r>
            <a:r>
              <a:rPr lang="fr" dirty="0">
                <a:solidFill>
                  <a:schemeClr val="dk1"/>
                </a:solidFill>
                <a:latin typeface="IBM Plex Sans"/>
                <a:ea typeface="IBM Plex Sans"/>
                <a:cs typeface="IBM Plex Sans"/>
                <a:sym typeface="IBM Plex Sans"/>
              </a:rPr>
              <a:t>Les carrés et rectangles peuvent être utilisés pour habiller le fond. </a:t>
            </a:r>
            <a:r>
              <a:rPr lang="fr" dirty="0">
                <a:solidFill>
                  <a:srgbClr val="013AFB"/>
                </a:solidFill>
                <a:latin typeface="IBM Plex Sans"/>
                <a:ea typeface="IBM Plex Sans"/>
                <a:cs typeface="IBM Plex Sans"/>
                <a:sym typeface="IBM Plex Sans"/>
              </a:rPr>
              <a:t>/&gt;</a:t>
            </a:r>
            <a:endParaRPr dirty="0">
              <a:solidFill>
                <a:schemeClr val="dk1"/>
              </a:solidFill>
              <a:latin typeface="IBM Plex Sans"/>
              <a:ea typeface="IBM Plex Sans"/>
              <a:cs typeface="IBM Plex Sans"/>
              <a:sym typeface="IBM Plex Sans"/>
            </a:endParaRPr>
          </a:p>
        </p:txBody>
      </p:sp>
    </p:spTree>
    <p:extLst>
      <p:ext uri="{BB962C8B-B14F-4D97-AF65-F5344CB8AC3E}">
        <p14:creationId xmlns:p14="http://schemas.microsoft.com/office/powerpoint/2010/main" val="1371326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64A3-DAF9-4B4C-1C13-AEE9667D3A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EB79A3-7299-0275-2BF5-195888CDED6F}"/>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FF5F3A"/>
                </a:solidFill>
                <a:latin typeface="Anton" pitchFamily="2" charset="0"/>
                <a:ea typeface="Anton"/>
                <a:cs typeface="Anton"/>
                <a:sym typeface="Anton"/>
              </a:rPr>
              <a:t>_</a:t>
            </a:r>
            <a:endParaRPr lang="fr-FR" sz="8600" dirty="0">
              <a:solidFill>
                <a:srgbClr val="FF5F3A"/>
              </a:solidFill>
              <a:latin typeface="Anton" pitchFamily="2" charset="0"/>
            </a:endParaRPr>
          </a:p>
        </p:txBody>
      </p:sp>
      <p:sp>
        <p:nvSpPr>
          <p:cNvPr id="3" name="Google Shape;57;p13">
            <a:extLst>
              <a:ext uri="{FF2B5EF4-FFF2-40B4-BE49-F238E27FC236}">
                <a16:creationId xmlns:a16="http://schemas.microsoft.com/office/drawing/2014/main" id="{A8EE500D-9657-6D72-19EA-37333DCDF2CB}"/>
              </a:ext>
            </a:extLst>
          </p:cNvPr>
          <p:cNvSpPr/>
          <p:nvPr/>
        </p:nvSpPr>
        <p:spPr>
          <a:xfrm rot="10800000">
            <a:off x="7280608" y="2048255"/>
            <a:ext cx="1742536" cy="1742536"/>
          </a:xfrm>
          <a:prstGeom prst="rect">
            <a:avLst/>
          </a:prstGeom>
          <a:solidFill>
            <a:srgbClr val="00FF97">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 name="Google Shape;58;p13">
            <a:extLst>
              <a:ext uri="{FF2B5EF4-FFF2-40B4-BE49-F238E27FC236}">
                <a16:creationId xmlns:a16="http://schemas.microsoft.com/office/drawing/2014/main" id="{7956CA63-8633-4FC3-DAA6-652C37127822}"/>
              </a:ext>
            </a:extLst>
          </p:cNvPr>
          <p:cNvSpPr/>
          <p:nvPr/>
        </p:nvSpPr>
        <p:spPr>
          <a:xfrm rot="10800000">
            <a:off x="3795536" y="3790792"/>
            <a:ext cx="3485072" cy="1742536"/>
          </a:xfrm>
          <a:prstGeom prst="rect">
            <a:avLst/>
          </a:prstGeom>
          <a:solidFill>
            <a:srgbClr val="FF5F3A">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0" name="Google Shape;58;p13">
            <a:extLst>
              <a:ext uri="{FF2B5EF4-FFF2-40B4-BE49-F238E27FC236}">
                <a16:creationId xmlns:a16="http://schemas.microsoft.com/office/drawing/2014/main" id="{50E55941-7EB4-F324-63E7-448B3689F3ED}"/>
              </a:ext>
            </a:extLst>
          </p:cNvPr>
          <p:cNvSpPr/>
          <p:nvPr/>
        </p:nvSpPr>
        <p:spPr>
          <a:xfrm rot="10800000">
            <a:off x="310464" y="2048256"/>
            <a:ext cx="3485072" cy="1742536"/>
          </a:xfrm>
          <a:prstGeom prst="rect">
            <a:avLst/>
          </a:prstGeom>
          <a:solidFill>
            <a:srgbClr val="FF1EF7">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3" name="Google Shape;203;p25">
            <a:extLst>
              <a:ext uri="{FF2B5EF4-FFF2-40B4-BE49-F238E27FC236}">
                <a16:creationId xmlns:a16="http://schemas.microsoft.com/office/drawing/2014/main" id="{BA9344CB-D15F-047C-037B-B00E727D995B}"/>
              </a:ext>
            </a:extLst>
          </p:cNvPr>
          <p:cNvSpPr txBox="1"/>
          <p:nvPr/>
        </p:nvSpPr>
        <p:spPr>
          <a:xfrm>
            <a:off x="6964392" y="5890896"/>
            <a:ext cx="4213226" cy="669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fr" dirty="0">
                <a:solidFill>
                  <a:srgbClr val="013AFB"/>
                </a:solidFill>
                <a:latin typeface="IBM Plex Sans"/>
                <a:ea typeface="IBM Plex Sans"/>
                <a:cs typeface="IBM Plex Sans"/>
                <a:sym typeface="IBM Plex Sans"/>
              </a:rPr>
              <a:t>&lt; </a:t>
            </a:r>
            <a:r>
              <a:rPr lang="fr" dirty="0">
                <a:solidFill>
                  <a:schemeClr val="dk1"/>
                </a:solidFill>
                <a:latin typeface="IBM Plex Sans"/>
                <a:ea typeface="IBM Plex Sans"/>
                <a:cs typeface="IBM Plex Sans"/>
                <a:sym typeface="IBM Plex Sans"/>
              </a:rPr>
              <a:t>Les carrés et rectangles peuvent être utilisés pour habiller le fond. </a:t>
            </a:r>
            <a:r>
              <a:rPr lang="fr" dirty="0">
                <a:solidFill>
                  <a:srgbClr val="013AFB"/>
                </a:solidFill>
                <a:latin typeface="IBM Plex Sans"/>
                <a:ea typeface="IBM Plex Sans"/>
                <a:cs typeface="IBM Plex Sans"/>
                <a:sym typeface="IBM Plex Sans"/>
              </a:rPr>
              <a:t>/&gt;</a:t>
            </a:r>
            <a:endParaRPr dirty="0">
              <a:solidFill>
                <a:schemeClr val="dk1"/>
              </a:solidFill>
              <a:latin typeface="IBM Plex Sans"/>
              <a:ea typeface="IBM Plex Sans"/>
              <a:cs typeface="IBM Plex Sans"/>
              <a:sym typeface="IBM Plex Sans"/>
            </a:endParaRPr>
          </a:p>
        </p:txBody>
      </p:sp>
      <p:sp>
        <p:nvSpPr>
          <p:cNvPr id="6" name="Google Shape;219;p26">
            <a:extLst>
              <a:ext uri="{FF2B5EF4-FFF2-40B4-BE49-F238E27FC236}">
                <a16:creationId xmlns:a16="http://schemas.microsoft.com/office/drawing/2014/main" id="{9D9FC44A-D084-3FF3-B647-3639D8EA5F99}"/>
              </a:ext>
            </a:extLst>
          </p:cNvPr>
          <p:cNvSpPr txBox="1"/>
          <p:nvPr/>
        </p:nvSpPr>
        <p:spPr>
          <a:xfrm>
            <a:off x="3795535" y="3012427"/>
            <a:ext cx="1785000" cy="63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#ff5f3a, </a:t>
            </a:r>
            <a:endParaRPr sz="1800" dirty="0">
              <a:solidFill>
                <a:srgbClr val="013AFB"/>
              </a:solidFill>
              <a:latin typeface="IBM Plex Sans"/>
              <a:ea typeface="IBM Plex Sans"/>
              <a:cs typeface="IBM Plex Sans"/>
              <a:sym typeface="IBM Plex Sans"/>
            </a:endParaRPr>
          </a:p>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50% d’opacité</a:t>
            </a:r>
            <a:endParaRPr sz="1800" dirty="0">
              <a:solidFill>
                <a:srgbClr val="013AFB"/>
              </a:solidFill>
              <a:latin typeface="IBM Plex Sans"/>
              <a:ea typeface="IBM Plex Sans"/>
              <a:cs typeface="IBM Plex Sans"/>
              <a:sym typeface="IBM Plex Sans"/>
            </a:endParaRPr>
          </a:p>
        </p:txBody>
      </p:sp>
      <p:sp>
        <p:nvSpPr>
          <p:cNvPr id="8" name="Google Shape;217;p26">
            <a:extLst>
              <a:ext uri="{FF2B5EF4-FFF2-40B4-BE49-F238E27FC236}">
                <a16:creationId xmlns:a16="http://schemas.microsoft.com/office/drawing/2014/main" id="{A4B953F2-8B96-6270-220F-43E727648E2D}"/>
              </a:ext>
            </a:extLst>
          </p:cNvPr>
          <p:cNvSpPr txBox="1"/>
          <p:nvPr/>
        </p:nvSpPr>
        <p:spPr>
          <a:xfrm>
            <a:off x="310463" y="3767410"/>
            <a:ext cx="17850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#ff1ef7, </a:t>
            </a:r>
            <a:endParaRPr sz="1800" dirty="0">
              <a:solidFill>
                <a:srgbClr val="013AFB"/>
              </a:solidFill>
              <a:latin typeface="IBM Plex Sans"/>
              <a:ea typeface="IBM Plex Sans"/>
              <a:cs typeface="IBM Plex Sans"/>
              <a:sym typeface="IBM Plex Sans"/>
            </a:endParaRPr>
          </a:p>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50% d’opacité</a:t>
            </a:r>
            <a:endParaRPr sz="1800" dirty="0">
              <a:solidFill>
                <a:srgbClr val="013AFB"/>
              </a:solidFill>
              <a:latin typeface="IBM Plex Sans"/>
              <a:ea typeface="IBM Plex Sans"/>
              <a:cs typeface="IBM Plex Sans"/>
              <a:sym typeface="IBM Plex Sans"/>
            </a:endParaRPr>
          </a:p>
        </p:txBody>
      </p:sp>
      <p:sp>
        <p:nvSpPr>
          <p:cNvPr id="9" name="Google Shape;215;p26">
            <a:extLst>
              <a:ext uri="{FF2B5EF4-FFF2-40B4-BE49-F238E27FC236}">
                <a16:creationId xmlns:a16="http://schemas.microsoft.com/office/drawing/2014/main" id="{6860DCE0-BED8-91E9-0C08-D26AC0C1014A}"/>
              </a:ext>
            </a:extLst>
          </p:cNvPr>
          <p:cNvSpPr txBox="1"/>
          <p:nvPr/>
        </p:nvSpPr>
        <p:spPr>
          <a:xfrm>
            <a:off x="7286005" y="3767410"/>
            <a:ext cx="1785000" cy="44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#00ff97, </a:t>
            </a:r>
            <a:endParaRPr sz="1800" dirty="0">
              <a:solidFill>
                <a:srgbClr val="013AFB"/>
              </a:solidFill>
              <a:latin typeface="IBM Plex Sans"/>
              <a:ea typeface="IBM Plex Sans"/>
              <a:cs typeface="IBM Plex Sans"/>
              <a:sym typeface="IBM Plex Sans"/>
            </a:endParaRPr>
          </a:p>
          <a:p>
            <a:pPr marL="0" lvl="0" indent="0" algn="l" rtl="0">
              <a:spcBef>
                <a:spcPts val="0"/>
              </a:spcBef>
              <a:spcAft>
                <a:spcPts val="0"/>
              </a:spcAft>
              <a:buNone/>
            </a:pPr>
            <a:r>
              <a:rPr lang="fr" sz="1800" dirty="0">
                <a:solidFill>
                  <a:srgbClr val="013AFB"/>
                </a:solidFill>
                <a:latin typeface="IBM Plex Sans"/>
                <a:ea typeface="IBM Plex Sans"/>
                <a:cs typeface="IBM Plex Sans"/>
                <a:sym typeface="IBM Plex Sans"/>
              </a:rPr>
              <a:t>50% d’opacité</a:t>
            </a:r>
            <a:endParaRPr sz="1800" dirty="0">
              <a:solidFill>
                <a:srgbClr val="013AFB"/>
              </a:solidFill>
              <a:latin typeface="IBM Plex Sans"/>
              <a:ea typeface="IBM Plex Sans"/>
              <a:cs typeface="IBM Plex Sans"/>
              <a:sym typeface="IBM Plex Sans"/>
            </a:endParaRPr>
          </a:p>
        </p:txBody>
      </p:sp>
    </p:spTree>
    <p:extLst>
      <p:ext uri="{BB962C8B-B14F-4D97-AF65-F5344CB8AC3E}">
        <p14:creationId xmlns:p14="http://schemas.microsoft.com/office/powerpoint/2010/main" val="217166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3F4A9-F76C-18E7-5ECE-D2E13A6FA03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7A86E1-20CF-8BC1-A0B5-CF9DD321912A}"/>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013AFB"/>
                </a:solidFill>
                <a:latin typeface="Anton" pitchFamily="2" charset="0"/>
                <a:ea typeface="Anton"/>
                <a:cs typeface="Anton"/>
                <a:sym typeface="Anton"/>
              </a:rPr>
              <a:t>_</a:t>
            </a:r>
            <a:endParaRPr lang="fr-FR" sz="8600" dirty="0">
              <a:solidFill>
                <a:srgbClr val="013AFB"/>
              </a:solidFill>
              <a:latin typeface="Anton" pitchFamily="2" charset="0"/>
            </a:endParaRPr>
          </a:p>
        </p:txBody>
      </p:sp>
      <p:sp>
        <p:nvSpPr>
          <p:cNvPr id="5" name="Google Shape;228;p27">
            <a:extLst>
              <a:ext uri="{FF2B5EF4-FFF2-40B4-BE49-F238E27FC236}">
                <a16:creationId xmlns:a16="http://schemas.microsoft.com/office/drawing/2014/main" id="{9EF624F7-AE85-9F33-B40B-622899D972FE}"/>
              </a:ext>
            </a:extLst>
          </p:cNvPr>
          <p:cNvSpPr txBox="1"/>
          <p:nvPr/>
        </p:nvSpPr>
        <p:spPr>
          <a:xfrm>
            <a:off x="364418" y="4330403"/>
            <a:ext cx="8050800" cy="669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fr">
                <a:solidFill>
                  <a:srgbClr val="013AFB"/>
                </a:solidFill>
                <a:latin typeface="IBM Plex Sans"/>
                <a:ea typeface="IBM Plex Sans"/>
                <a:cs typeface="IBM Plex Sans"/>
                <a:sym typeface="IBM Plex Sans"/>
              </a:rPr>
              <a:t>&lt; </a:t>
            </a:r>
            <a:r>
              <a:rPr lang="fr">
                <a:solidFill>
                  <a:schemeClr val="dk1"/>
                </a:solidFill>
                <a:latin typeface="IBM Plex Sans"/>
                <a:ea typeface="IBM Plex Sans"/>
                <a:cs typeface="IBM Plex Sans"/>
                <a:sym typeface="IBM Plex Sans"/>
              </a:rPr>
              <a:t>Corps de texte / IBM Plex Sans - 14. </a:t>
            </a:r>
            <a:r>
              <a:rPr lang="fr">
                <a:solidFill>
                  <a:srgbClr val="013AFB"/>
                </a:solidFill>
                <a:latin typeface="IBM Plex Sans"/>
                <a:ea typeface="IBM Plex Sans"/>
                <a:cs typeface="IBM Plex Sans"/>
                <a:sym typeface="IBM Plex Sans"/>
              </a:rPr>
              <a:t>/&gt;</a:t>
            </a:r>
            <a:endParaRPr>
              <a:solidFill>
                <a:schemeClr val="dk1"/>
              </a:solidFill>
              <a:latin typeface="IBM Plex Sans"/>
              <a:ea typeface="IBM Plex Sans"/>
              <a:cs typeface="IBM Plex Sans"/>
              <a:sym typeface="IBM Plex Sans"/>
            </a:endParaRPr>
          </a:p>
        </p:txBody>
      </p:sp>
      <p:sp>
        <p:nvSpPr>
          <p:cNvPr id="7" name="Google Shape;229;p27">
            <a:extLst>
              <a:ext uri="{FF2B5EF4-FFF2-40B4-BE49-F238E27FC236}">
                <a16:creationId xmlns:a16="http://schemas.microsoft.com/office/drawing/2014/main" id="{F8C4B829-75AE-33F9-B2C6-C2FBE013BBC1}"/>
              </a:ext>
            </a:extLst>
          </p:cNvPr>
          <p:cNvSpPr txBox="1">
            <a:spLocks/>
          </p:cNvSpPr>
          <p:nvPr/>
        </p:nvSpPr>
        <p:spPr>
          <a:xfrm>
            <a:off x="233454" y="2801852"/>
            <a:ext cx="8468100" cy="1584000"/>
          </a:xfrm>
          <a:prstGeom prst="rect">
            <a:avLst/>
          </a:prstGeom>
        </p:spPr>
        <p:txBody>
          <a:bodyPr spcFirstLastPara="1" wrap="square" lIns="91425" tIns="91425" rIns="91425" bIns="91425"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sz="8600" dirty="0">
                <a:solidFill>
                  <a:srgbClr val="013AFB"/>
                </a:solidFill>
                <a:latin typeface="Anton"/>
                <a:ea typeface="Anton"/>
                <a:cs typeface="Anton"/>
                <a:sym typeface="Anton"/>
              </a:rPr>
              <a:t>TITRE / ANTON-86</a:t>
            </a:r>
            <a:r>
              <a:rPr lang="fr-FR" sz="8600" dirty="0">
                <a:solidFill>
                  <a:srgbClr val="FF5F3A"/>
                </a:solidFill>
                <a:latin typeface="Anton"/>
                <a:ea typeface="Anton"/>
                <a:cs typeface="Anton"/>
                <a:sym typeface="Anton"/>
              </a:rPr>
              <a:t>_</a:t>
            </a:r>
          </a:p>
        </p:txBody>
      </p:sp>
      <p:sp>
        <p:nvSpPr>
          <p:cNvPr id="10" name="Google Shape;230;p27">
            <a:extLst>
              <a:ext uri="{FF2B5EF4-FFF2-40B4-BE49-F238E27FC236}">
                <a16:creationId xmlns:a16="http://schemas.microsoft.com/office/drawing/2014/main" id="{B414468C-5443-13EA-6DF9-46E4ECBEA4F3}"/>
              </a:ext>
            </a:extLst>
          </p:cNvPr>
          <p:cNvSpPr txBox="1">
            <a:spLocks/>
          </p:cNvSpPr>
          <p:nvPr/>
        </p:nvSpPr>
        <p:spPr>
          <a:xfrm>
            <a:off x="352675" y="4038993"/>
            <a:ext cx="8520600" cy="6777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fr-FR">
                <a:solidFill>
                  <a:srgbClr val="013AFB"/>
                </a:solidFill>
                <a:latin typeface="IBM Plex Sans"/>
                <a:ea typeface="IBM Plex Sans"/>
                <a:cs typeface="IBM Plex Sans"/>
                <a:sym typeface="IBM Plex Sans"/>
              </a:rPr>
              <a:t>&lt;Sous-titre optionnel / IBM Plex Sans - 28&gt;</a:t>
            </a:r>
          </a:p>
        </p:txBody>
      </p:sp>
    </p:spTree>
    <p:extLst>
      <p:ext uri="{BB962C8B-B14F-4D97-AF65-F5344CB8AC3E}">
        <p14:creationId xmlns:p14="http://schemas.microsoft.com/office/powerpoint/2010/main" val="1176313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5C74C-155E-8D61-C687-2CBAEED146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FEE55B-622B-012A-5507-6F052EED92F2}"/>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013AFB"/>
                </a:solidFill>
                <a:latin typeface="Anton" pitchFamily="2" charset="0"/>
                <a:ea typeface="Anton"/>
                <a:cs typeface="Anton"/>
                <a:sym typeface="Anton"/>
              </a:rPr>
              <a:t>_</a:t>
            </a:r>
            <a:endParaRPr lang="fr-FR" sz="8600" dirty="0">
              <a:solidFill>
                <a:srgbClr val="013AFB"/>
              </a:solidFill>
              <a:latin typeface="Anton" pitchFamily="2" charset="0"/>
            </a:endParaRPr>
          </a:p>
        </p:txBody>
      </p:sp>
      <p:sp>
        <p:nvSpPr>
          <p:cNvPr id="3" name="Google Shape;235;p28">
            <a:extLst>
              <a:ext uri="{FF2B5EF4-FFF2-40B4-BE49-F238E27FC236}">
                <a16:creationId xmlns:a16="http://schemas.microsoft.com/office/drawing/2014/main" id="{C3CAC479-84F9-960D-8B2A-AB2F599F3618}"/>
              </a:ext>
            </a:extLst>
          </p:cNvPr>
          <p:cNvSpPr/>
          <p:nvPr/>
        </p:nvSpPr>
        <p:spPr>
          <a:xfrm>
            <a:off x="0" y="2011680"/>
            <a:ext cx="6096000" cy="484632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pic>
        <p:nvPicPr>
          <p:cNvPr id="4" name="Google Shape;238;p28" title="Icones-Bleu@4x.png">
            <a:extLst>
              <a:ext uri="{FF2B5EF4-FFF2-40B4-BE49-F238E27FC236}">
                <a16:creationId xmlns:a16="http://schemas.microsoft.com/office/drawing/2014/main" id="{E30E4E0E-6ABA-AB69-D609-18E116B1A849}"/>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226962" y="2998410"/>
            <a:ext cx="762001" cy="762001"/>
          </a:xfrm>
          <a:prstGeom prst="rect">
            <a:avLst/>
          </a:prstGeom>
          <a:noFill/>
          <a:ln>
            <a:noFill/>
          </a:ln>
        </p:spPr>
      </p:pic>
      <p:pic>
        <p:nvPicPr>
          <p:cNvPr id="6" name="Google Shape;239;p28" title="Icones-Blanc@4x.png">
            <a:extLst>
              <a:ext uri="{FF2B5EF4-FFF2-40B4-BE49-F238E27FC236}">
                <a16:creationId xmlns:a16="http://schemas.microsoft.com/office/drawing/2014/main" id="{64486034-FAD6-A796-E2F1-6FE4FFF361DF}"/>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942088" y="2998412"/>
            <a:ext cx="762002" cy="861175"/>
          </a:xfrm>
          <a:prstGeom prst="rect">
            <a:avLst/>
          </a:prstGeom>
          <a:noFill/>
          <a:ln>
            <a:noFill/>
          </a:ln>
        </p:spPr>
      </p:pic>
      <p:pic>
        <p:nvPicPr>
          <p:cNvPr id="8" name="Google Shape;240;p28" title="Icones-Blanc@4x.png">
            <a:extLst>
              <a:ext uri="{FF2B5EF4-FFF2-40B4-BE49-F238E27FC236}">
                <a16:creationId xmlns:a16="http://schemas.microsoft.com/office/drawing/2014/main" id="{66013B3A-5F0F-6F7B-28C8-06193276D95A}"/>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704088" y="2998412"/>
            <a:ext cx="938399" cy="861175"/>
          </a:xfrm>
          <a:prstGeom prst="rect">
            <a:avLst/>
          </a:prstGeom>
          <a:noFill/>
          <a:ln>
            <a:noFill/>
          </a:ln>
        </p:spPr>
      </p:pic>
      <p:pic>
        <p:nvPicPr>
          <p:cNvPr id="9" name="Google Shape;241;p28" title="Icones-Blanc@4x.png">
            <a:extLst>
              <a:ext uri="{FF2B5EF4-FFF2-40B4-BE49-F238E27FC236}">
                <a16:creationId xmlns:a16="http://schemas.microsoft.com/office/drawing/2014/main" id="{A5480AF8-3FEA-31A8-5AE4-DABEA430BCF9}"/>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2642488" y="2998412"/>
            <a:ext cx="938399" cy="808974"/>
          </a:xfrm>
          <a:prstGeom prst="rect">
            <a:avLst/>
          </a:prstGeom>
          <a:noFill/>
          <a:ln>
            <a:noFill/>
          </a:ln>
        </p:spPr>
      </p:pic>
      <p:pic>
        <p:nvPicPr>
          <p:cNvPr id="11" name="Google Shape;242;p28" title="Icones-Blanc@4x.png">
            <a:extLst>
              <a:ext uri="{FF2B5EF4-FFF2-40B4-BE49-F238E27FC236}">
                <a16:creationId xmlns:a16="http://schemas.microsoft.com/office/drawing/2014/main" id="{F96CC054-0576-D46B-B662-85F552A38338}"/>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3634138" y="2998412"/>
            <a:ext cx="652399" cy="808974"/>
          </a:xfrm>
          <a:prstGeom prst="rect">
            <a:avLst/>
          </a:prstGeom>
          <a:noFill/>
          <a:ln>
            <a:noFill/>
          </a:ln>
        </p:spPr>
      </p:pic>
      <p:pic>
        <p:nvPicPr>
          <p:cNvPr id="12" name="Google Shape;243;p28" title="Icones-Blanc@4x.png">
            <a:extLst>
              <a:ext uri="{FF2B5EF4-FFF2-40B4-BE49-F238E27FC236}">
                <a16:creationId xmlns:a16="http://schemas.microsoft.com/office/drawing/2014/main" id="{0BBDE925-6B7E-BAD0-8F61-26D895F02545}"/>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4519288" y="2998412"/>
            <a:ext cx="441375" cy="762000"/>
          </a:xfrm>
          <a:prstGeom prst="rect">
            <a:avLst/>
          </a:prstGeom>
          <a:noFill/>
          <a:ln>
            <a:noFill/>
          </a:ln>
        </p:spPr>
      </p:pic>
      <p:pic>
        <p:nvPicPr>
          <p:cNvPr id="13" name="Google Shape;244;p28" title="Icones-Blanc@4x.png">
            <a:extLst>
              <a:ext uri="{FF2B5EF4-FFF2-40B4-BE49-F238E27FC236}">
                <a16:creationId xmlns:a16="http://schemas.microsoft.com/office/drawing/2014/main" id="{1DA08B91-C577-BCE8-E7A7-D56F8FC4424E}"/>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942088" y="3924812"/>
            <a:ext cx="865351" cy="861175"/>
          </a:xfrm>
          <a:prstGeom prst="rect">
            <a:avLst/>
          </a:prstGeom>
          <a:noFill/>
          <a:ln>
            <a:noFill/>
          </a:ln>
        </p:spPr>
      </p:pic>
      <p:pic>
        <p:nvPicPr>
          <p:cNvPr id="14" name="Google Shape;245;p28" title="Icones-Blanc@4x.png">
            <a:extLst>
              <a:ext uri="{FF2B5EF4-FFF2-40B4-BE49-F238E27FC236}">
                <a16:creationId xmlns:a16="http://schemas.microsoft.com/office/drawing/2014/main" id="{A039566D-2FDB-37AD-01CB-8D6985ADCBA3}"/>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1807438" y="3924812"/>
            <a:ext cx="865351" cy="861175"/>
          </a:xfrm>
          <a:prstGeom prst="rect">
            <a:avLst/>
          </a:prstGeom>
          <a:noFill/>
          <a:ln>
            <a:noFill/>
          </a:ln>
        </p:spPr>
      </p:pic>
      <p:pic>
        <p:nvPicPr>
          <p:cNvPr id="15" name="Google Shape;246;p28" title="Icones-Blanc@4x.png">
            <a:extLst>
              <a:ext uri="{FF2B5EF4-FFF2-40B4-BE49-F238E27FC236}">
                <a16:creationId xmlns:a16="http://schemas.microsoft.com/office/drawing/2014/main" id="{8D79623D-4C08-82B4-EBA6-0222EF050B56}"/>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2642488" y="3924812"/>
            <a:ext cx="865351" cy="808974"/>
          </a:xfrm>
          <a:prstGeom prst="rect">
            <a:avLst/>
          </a:prstGeom>
          <a:noFill/>
          <a:ln>
            <a:noFill/>
          </a:ln>
        </p:spPr>
      </p:pic>
      <p:pic>
        <p:nvPicPr>
          <p:cNvPr id="16" name="Google Shape;247;p28" title="Icones-Blanc@4x.png">
            <a:extLst>
              <a:ext uri="{FF2B5EF4-FFF2-40B4-BE49-F238E27FC236}">
                <a16:creationId xmlns:a16="http://schemas.microsoft.com/office/drawing/2014/main" id="{3837EB4B-D9D1-E48A-7EAF-2EF74F7723D3}"/>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3738513" y="3924812"/>
            <a:ext cx="441375" cy="861175"/>
          </a:xfrm>
          <a:prstGeom prst="rect">
            <a:avLst/>
          </a:prstGeom>
          <a:noFill/>
          <a:ln>
            <a:noFill/>
          </a:ln>
        </p:spPr>
      </p:pic>
      <p:pic>
        <p:nvPicPr>
          <p:cNvPr id="17" name="Google Shape;248;p28" title="Icones-Blanc@4x.png">
            <a:extLst>
              <a:ext uri="{FF2B5EF4-FFF2-40B4-BE49-F238E27FC236}">
                <a16:creationId xmlns:a16="http://schemas.microsoft.com/office/drawing/2014/main" id="{C138C3B6-36D5-52AD-7B63-76C8CADC4F7F}"/>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4573588" y="3924812"/>
            <a:ext cx="387073" cy="861175"/>
          </a:xfrm>
          <a:prstGeom prst="rect">
            <a:avLst/>
          </a:prstGeom>
          <a:noFill/>
          <a:ln>
            <a:noFill/>
          </a:ln>
        </p:spPr>
      </p:pic>
      <p:pic>
        <p:nvPicPr>
          <p:cNvPr id="18" name="Google Shape;249;p28" title="Icones-Blanc@4x.png">
            <a:extLst>
              <a:ext uri="{FF2B5EF4-FFF2-40B4-BE49-F238E27FC236}">
                <a16:creationId xmlns:a16="http://schemas.microsoft.com/office/drawing/2014/main" id="{3A7B4626-CAA8-EE2E-9AD8-9FFFF2E1657B}"/>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942088" y="4985087"/>
            <a:ext cx="762002" cy="808974"/>
          </a:xfrm>
          <a:prstGeom prst="rect">
            <a:avLst/>
          </a:prstGeom>
          <a:noFill/>
          <a:ln>
            <a:noFill/>
          </a:ln>
        </p:spPr>
      </p:pic>
      <p:pic>
        <p:nvPicPr>
          <p:cNvPr id="19" name="Google Shape;250;p28" title="Icones-Blanc@4x.png">
            <a:extLst>
              <a:ext uri="{FF2B5EF4-FFF2-40B4-BE49-F238E27FC236}">
                <a16:creationId xmlns:a16="http://schemas.microsoft.com/office/drawing/2014/main" id="{74E4AED9-0A14-448C-E18C-DE46096A6907}"/>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1807438" y="4985087"/>
            <a:ext cx="762002" cy="808974"/>
          </a:xfrm>
          <a:prstGeom prst="rect">
            <a:avLst/>
          </a:prstGeom>
          <a:noFill/>
          <a:ln>
            <a:noFill/>
          </a:ln>
        </p:spPr>
      </p:pic>
      <p:pic>
        <p:nvPicPr>
          <p:cNvPr id="20" name="Google Shape;251;p28" title="Icones-Blanc@4x.png">
            <a:extLst>
              <a:ext uri="{FF2B5EF4-FFF2-40B4-BE49-F238E27FC236}">
                <a16:creationId xmlns:a16="http://schemas.microsoft.com/office/drawing/2014/main" id="{26759678-4D4A-BB62-6799-41D752993EA6}"/>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2642487" y="5032062"/>
            <a:ext cx="865351" cy="762000"/>
          </a:xfrm>
          <a:prstGeom prst="rect">
            <a:avLst/>
          </a:prstGeom>
          <a:noFill/>
          <a:ln>
            <a:noFill/>
          </a:ln>
        </p:spPr>
      </p:pic>
      <p:pic>
        <p:nvPicPr>
          <p:cNvPr id="21" name="Google Shape;252;p28" title="Icones-Blanc@4x.png">
            <a:extLst>
              <a:ext uri="{FF2B5EF4-FFF2-40B4-BE49-F238E27FC236}">
                <a16:creationId xmlns:a16="http://schemas.microsoft.com/office/drawing/2014/main" id="{76D3AD64-FE4F-963E-C582-ECF821AAB3B4}"/>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3507838" y="4985087"/>
            <a:ext cx="865351" cy="808974"/>
          </a:xfrm>
          <a:prstGeom prst="rect">
            <a:avLst/>
          </a:prstGeom>
          <a:noFill/>
          <a:ln>
            <a:noFill/>
          </a:ln>
        </p:spPr>
      </p:pic>
      <p:pic>
        <p:nvPicPr>
          <p:cNvPr id="22" name="Google Shape;253;p28" title="Icones-Bleu@4x.png">
            <a:extLst>
              <a:ext uri="{FF2B5EF4-FFF2-40B4-BE49-F238E27FC236}">
                <a16:creationId xmlns:a16="http://schemas.microsoft.com/office/drawing/2014/main" id="{71694755-C957-DD28-831C-2F03F84CCB94}"/>
              </a:ext>
            </a:extLst>
          </p:cNvPr>
          <p:cNvPicPr preferRelativeResize="0"/>
          <p:nvPr/>
        </p:nvPicPr>
        <p:blipFill rotWithShape="1">
          <a:blip r:embed="rId17" cstate="hqprint">
            <a:alphaModFix/>
            <a:extLst>
              <a:ext uri="{28A0092B-C50C-407E-A947-70E740481C1C}">
                <a14:useLocalDpi xmlns:a14="http://schemas.microsoft.com/office/drawing/2010/main"/>
              </a:ext>
            </a:extLst>
          </a:blip>
          <a:srcRect/>
          <a:stretch/>
        </p:blipFill>
        <p:spPr>
          <a:xfrm>
            <a:off x="8047937" y="2998410"/>
            <a:ext cx="865351" cy="808975"/>
          </a:xfrm>
          <a:prstGeom prst="rect">
            <a:avLst/>
          </a:prstGeom>
          <a:noFill/>
          <a:ln>
            <a:noFill/>
          </a:ln>
        </p:spPr>
      </p:pic>
      <p:pic>
        <p:nvPicPr>
          <p:cNvPr id="23" name="Google Shape;254;p28" title="Icones-Bleu@4x.png">
            <a:extLst>
              <a:ext uri="{FF2B5EF4-FFF2-40B4-BE49-F238E27FC236}">
                <a16:creationId xmlns:a16="http://schemas.microsoft.com/office/drawing/2014/main" id="{661A9066-7476-2E24-3227-02D3D7009863}"/>
              </a:ext>
            </a:extLst>
          </p:cNvPr>
          <p:cNvPicPr preferRelativeResize="0"/>
          <p:nvPr/>
        </p:nvPicPr>
        <p:blipFill rotWithShape="1">
          <a:blip r:embed="rId18" cstate="hqprint">
            <a:alphaModFix/>
            <a:extLst>
              <a:ext uri="{28A0092B-C50C-407E-A947-70E740481C1C}">
                <a14:useLocalDpi xmlns:a14="http://schemas.microsoft.com/office/drawing/2010/main"/>
              </a:ext>
            </a:extLst>
          </a:blip>
          <a:srcRect/>
          <a:stretch/>
        </p:blipFill>
        <p:spPr>
          <a:xfrm>
            <a:off x="8913287" y="2998410"/>
            <a:ext cx="865351" cy="762001"/>
          </a:xfrm>
          <a:prstGeom prst="rect">
            <a:avLst/>
          </a:prstGeom>
          <a:noFill/>
          <a:ln>
            <a:noFill/>
          </a:ln>
        </p:spPr>
      </p:pic>
      <p:pic>
        <p:nvPicPr>
          <p:cNvPr id="24" name="Google Shape;255;p28" title="Icones-Bleu@4x.png">
            <a:extLst>
              <a:ext uri="{FF2B5EF4-FFF2-40B4-BE49-F238E27FC236}">
                <a16:creationId xmlns:a16="http://schemas.microsoft.com/office/drawing/2014/main" id="{0E47BC88-8EC9-9503-919E-01D88913539D}"/>
              </a:ext>
            </a:extLst>
          </p:cNvPr>
          <p:cNvPicPr preferRelativeResize="0"/>
          <p:nvPr/>
        </p:nvPicPr>
        <p:blipFill rotWithShape="1">
          <a:blip r:embed="rId19" cstate="hqprint">
            <a:alphaModFix/>
            <a:extLst>
              <a:ext uri="{28A0092B-C50C-407E-A947-70E740481C1C}">
                <a14:useLocalDpi xmlns:a14="http://schemas.microsoft.com/office/drawing/2010/main"/>
              </a:ext>
            </a:extLst>
          </a:blip>
          <a:srcRect/>
          <a:stretch/>
        </p:blipFill>
        <p:spPr>
          <a:xfrm>
            <a:off x="9979036" y="2998410"/>
            <a:ext cx="508876" cy="762001"/>
          </a:xfrm>
          <a:prstGeom prst="rect">
            <a:avLst/>
          </a:prstGeom>
          <a:noFill/>
          <a:ln>
            <a:noFill/>
          </a:ln>
        </p:spPr>
      </p:pic>
      <p:pic>
        <p:nvPicPr>
          <p:cNvPr id="25" name="Google Shape;256;p28" title="Icones-Bleu@4x.png">
            <a:extLst>
              <a:ext uri="{FF2B5EF4-FFF2-40B4-BE49-F238E27FC236}">
                <a16:creationId xmlns:a16="http://schemas.microsoft.com/office/drawing/2014/main" id="{3137EC60-3DAA-5763-DF83-D4666A61CB8D}"/>
              </a:ext>
            </a:extLst>
          </p:cNvPr>
          <p:cNvPicPr preferRelativeResize="0"/>
          <p:nvPr/>
        </p:nvPicPr>
        <p:blipFill rotWithShape="1">
          <a:blip r:embed="rId20" cstate="hqprint">
            <a:alphaModFix/>
            <a:extLst>
              <a:ext uri="{28A0092B-C50C-407E-A947-70E740481C1C}">
                <a14:useLocalDpi xmlns:a14="http://schemas.microsoft.com/office/drawing/2010/main"/>
              </a:ext>
            </a:extLst>
          </a:blip>
          <a:srcRect/>
          <a:stretch/>
        </p:blipFill>
        <p:spPr>
          <a:xfrm>
            <a:off x="10736662" y="2998410"/>
            <a:ext cx="508876" cy="762001"/>
          </a:xfrm>
          <a:prstGeom prst="rect">
            <a:avLst/>
          </a:prstGeom>
          <a:noFill/>
          <a:ln>
            <a:noFill/>
          </a:ln>
        </p:spPr>
      </p:pic>
      <p:pic>
        <p:nvPicPr>
          <p:cNvPr id="26" name="Google Shape;257;p28" title="Icones-Bleu@4x.png">
            <a:extLst>
              <a:ext uri="{FF2B5EF4-FFF2-40B4-BE49-F238E27FC236}">
                <a16:creationId xmlns:a16="http://schemas.microsoft.com/office/drawing/2014/main" id="{6347E88B-B063-0956-CF34-3948660CD857}"/>
              </a:ext>
            </a:extLst>
          </p:cNvPr>
          <p:cNvPicPr preferRelativeResize="0"/>
          <p:nvPr/>
        </p:nvPicPr>
        <p:blipFill rotWithShape="1">
          <a:blip r:embed="rId21" cstate="hqprint">
            <a:alphaModFix/>
            <a:extLst>
              <a:ext uri="{28A0092B-C50C-407E-A947-70E740481C1C}">
                <a14:useLocalDpi xmlns:a14="http://schemas.microsoft.com/office/drawing/2010/main"/>
              </a:ext>
            </a:extLst>
          </a:blip>
          <a:srcRect/>
          <a:stretch/>
        </p:blipFill>
        <p:spPr>
          <a:xfrm>
            <a:off x="7226962" y="3924810"/>
            <a:ext cx="762001" cy="861174"/>
          </a:xfrm>
          <a:prstGeom prst="rect">
            <a:avLst/>
          </a:prstGeom>
          <a:noFill/>
          <a:ln>
            <a:noFill/>
          </a:ln>
        </p:spPr>
      </p:pic>
      <p:pic>
        <p:nvPicPr>
          <p:cNvPr id="27" name="Google Shape;258;p28" title="Icones-Bleu@4x.png">
            <a:extLst>
              <a:ext uri="{FF2B5EF4-FFF2-40B4-BE49-F238E27FC236}">
                <a16:creationId xmlns:a16="http://schemas.microsoft.com/office/drawing/2014/main" id="{5EA42D43-84F9-B738-F911-8B54DECBD427}"/>
              </a:ext>
            </a:extLst>
          </p:cNvPr>
          <p:cNvPicPr preferRelativeResize="0"/>
          <p:nvPr/>
        </p:nvPicPr>
        <p:blipFill rotWithShape="1">
          <a:blip r:embed="rId22" cstate="hqprint">
            <a:alphaModFix/>
            <a:extLst>
              <a:ext uri="{28A0092B-C50C-407E-A947-70E740481C1C}">
                <a14:useLocalDpi xmlns:a14="http://schemas.microsoft.com/office/drawing/2010/main"/>
              </a:ext>
            </a:extLst>
          </a:blip>
          <a:srcRect/>
          <a:stretch/>
        </p:blipFill>
        <p:spPr>
          <a:xfrm>
            <a:off x="8047936" y="3924810"/>
            <a:ext cx="865351" cy="808975"/>
          </a:xfrm>
          <a:prstGeom prst="rect">
            <a:avLst/>
          </a:prstGeom>
          <a:noFill/>
          <a:ln>
            <a:noFill/>
          </a:ln>
        </p:spPr>
      </p:pic>
      <p:pic>
        <p:nvPicPr>
          <p:cNvPr id="28" name="Google Shape;259;p28" title="Icones-Bleu@4x.png">
            <a:extLst>
              <a:ext uri="{FF2B5EF4-FFF2-40B4-BE49-F238E27FC236}">
                <a16:creationId xmlns:a16="http://schemas.microsoft.com/office/drawing/2014/main" id="{FDBE2381-5810-079E-7C97-5DB6B4AC226D}"/>
              </a:ext>
            </a:extLst>
          </p:cNvPr>
          <p:cNvPicPr preferRelativeResize="0"/>
          <p:nvPr/>
        </p:nvPicPr>
        <p:blipFill rotWithShape="1">
          <a:blip r:embed="rId23" cstate="hqprint">
            <a:alphaModFix/>
            <a:extLst>
              <a:ext uri="{28A0092B-C50C-407E-A947-70E740481C1C}">
                <a14:useLocalDpi xmlns:a14="http://schemas.microsoft.com/office/drawing/2010/main"/>
              </a:ext>
            </a:extLst>
          </a:blip>
          <a:srcRect/>
          <a:stretch/>
        </p:blipFill>
        <p:spPr>
          <a:xfrm>
            <a:off x="8913287" y="3924810"/>
            <a:ext cx="865351" cy="808975"/>
          </a:xfrm>
          <a:prstGeom prst="rect">
            <a:avLst/>
          </a:prstGeom>
          <a:noFill/>
          <a:ln>
            <a:noFill/>
          </a:ln>
        </p:spPr>
      </p:pic>
      <p:pic>
        <p:nvPicPr>
          <p:cNvPr id="29" name="Google Shape;260;p28" title="Icones-Bleu@4x.png">
            <a:extLst>
              <a:ext uri="{FF2B5EF4-FFF2-40B4-BE49-F238E27FC236}">
                <a16:creationId xmlns:a16="http://schemas.microsoft.com/office/drawing/2014/main" id="{D98227D7-FCA8-C8ED-79D8-80C27995ABB8}"/>
              </a:ext>
            </a:extLst>
          </p:cNvPr>
          <p:cNvPicPr preferRelativeResize="0"/>
          <p:nvPr/>
        </p:nvPicPr>
        <p:blipFill rotWithShape="1">
          <a:blip r:embed="rId24" cstate="hqprint">
            <a:alphaModFix/>
            <a:extLst>
              <a:ext uri="{28A0092B-C50C-407E-A947-70E740481C1C}">
                <a14:useLocalDpi xmlns:a14="http://schemas.microsoft.com/office/drawing/2010/main"/>
              </a:ext>
            </a:extLst>
          </a:blip>
          <a:srcRect/>
          <a:stretch/>
        </p:blipFill>
        <p:spPr>
          <a:xfrm>
            <a:off x="10043236" y="3924810"/>
            <a:ext cx="387073" cy="887276"/>
          </a:xfrm>
          <a:prstGeom prst="rect">
            <a:avLst/>
          </a:prstGeom>
          <a:noFill/>
          <a:ln>
            <a:noFill/>
          </a:ln>
        </p:spPr>
      </p:pic>
      <p:pic>
        <p:nvPicPr>
          <p:cNvPr id="30" name="Google Shape;261;p28" title="Icones-Bleu@4x.png">
            <a:extLst>
              <a:ext uri="{FF2B5EF4-FFF2-40B4-BE49-F238E27FC236}">
                <a16:creationId xmlns:a16="http://schemas.microsoft.com/office/drawing/2014/main" id="{F2D6D28F-E210-3215-4B2F-A2C18B41DF14}"/>
              </a:ext>
            </a:extLst>
          </p:cNvPr>
          <p:cNvPicPr preferRelativeResize="0"/>
          <p:nvPr/>
        </p:nvPicPr>
        <p:blipFill rotWithShape="1">
          <a:blip r:embed="rId25" cstate="hqprint">
            <a:alphaModFix/>
            <a:extLst>
              <a:ext uri="{28A0092B-C50C-407E-A947-70E740481C1C}">
                <a14:useLocalDpi xmlns:a14="http://schemas.microsoft.com/office/drawing/2010/main"/>
              </a:ext>
            </a:extLst>
          </a:blip>
          <a:srcRect/>
          <a:stretch/>
        </p:blipFill>
        <p:spPr>
          <a:xfrm>
            <a:off x="10858461" y="3924810"/>
            <a:ext cx="387073" cy="861174"/>
          </a:xfrm>
          <a:prstGeom prst="rect">
            <a:avLst/>
          </a:prstGeom>
          <a:noFill/>
          <a:ln>
            <a:noFill/>
          </a:ln>
        </p:spPr>
      </p:pic>
      <p:pic>
        <p:nvPicPr>
          <p:cNvPr id="31" name="Google Shape;262;p28" title="Icones-Bleu@4x.png">
            <a:extLst>
              <a:ext uri="{FF2B5EF4-FFF2-40B4-BE49-F238E27FC236}">
                <a16:creationId xmlns:a16="http://schemas.microsoft.com/office/drawing/2014/main" id="{03EE0C2B-3115-D5F2-B3BB-F9B1B4B77C02}"/>
              </a:ext>
            </a:extLst>
          </p:cNvPr>
          <p:cNvPicPr preferRelativeResize="0"/>
          <p:nvPr/>
        </p:nvPicPr>
        <p:blipFill rotWithShape="1">
          <a:blip r:embed="rId26" cstate="hqprint">
            <a:alphaModFix/>
            <a:extLst>
              <a:ext uri="{28A0092B-C50C-407E-A947-70E740481C1C}">
                <a14:useLocalDpi xmlns:a14="http://schemas.microsoft.com/office/drawing/2010/main"/>
              </a:ext>
            </a:extLst>
          </a:blip>
          <a:srcRect/>
          <a:stretch/>
        </p:blipFill>
        <p:spPr>
          <a:xfrm>
            <a:off x="7226962" y="5032060"/>
            <a:ext cx="762001" cy="762001"/>
          </a:xfrm>
          <a:prstGeom prst="rect">
            <a:avLst/>
          </a:prstGeom>
          <a:noFill/>
          <a:ln>
            <a:noFill/>
          </a:ln>
        </p:spPr>
      </p:pic>
      <p:pic>
        <p:nvPicPr>
          <p:cNvPr id="32" name="Google Shape;263;p28" title="Icones-Bleu@4x.png">
            <a:extLst>
              <a:ext uri="{FF2B5EF4-FFF2-40B4-BE49-F238E27FC236}">
                <a16:creationId xmlns:a16="http://schemas.microsoft.com/office/drawing/2014/main" id="{B3A57805-512C-D1DF-CC1E-70361F9CAB43}"/>
              </a:ext>
            </a:extLst>
          </p:cNvPr>
          <p:cNvPicPr preferRelativeResize="0"/>
          <p:nvPr/>
        </p:nvPicPr>
        <p:blipFill rotWithShape="1">
          <a:blip r:embed="rId27" cstate="hqprint">
            <a:alphaModFix/>
            <a:extLst>
              <a:ext uri="{28A0092B-C50C-407E-A947-70E740481C1C}">
                <a14:useLocalDpi xmlns:a14="http://schemas.microsoft.com/office/drawing/2010/main"/>
              </a:ext>
            </a:extLst>
          </a:blip>
          <a:srcRect/>
          <a:stretch/>
        </p:blipFill>
        <p:spPr>
          <a:xfrm>
            <a:off x="8139287" y="4985085"/>
            <a:ext cx="652400" cy="808975"/>
          </a:xfrm>
          <a:prstGeom prst="rect">
            <a:avLst/>
          </a:prstGeom>
          <a:noFill/>
          <a:ln>
            <a:noFill/>
          </a:ln>
        </p:spPr>
      </p:pic>
      <p:pic>
        <p:nvPicPr>
          <p:cNvPr id="33" name="Google Shape;264;p28" title="Icones-Bleu@4x.png">
            <a:extLst>
              <a:ext uri="{FF2B5EF4-FFF2-40B4-BE49-F238E27FC236}">
                <a16:creationId xmlns:a16="http://schemas.microsoft.com/office/drawing/2014/main" id="{48B7CBFD-64F9-2E3C-7D32-27E8390E664F}"/>
              </a:ext>
            </a:extLst>
          </p:cNvPr>
          <p:cNvPicPr preferRelativeResize="0"/>
          <p:nvPr/>
        </p:nvPicPr>
        <p:blipFill rotWithShape="1">
          <a:blip r:embed="rId28" cstate="hqprint">
            <a:alphaModFix/>
            <a:extLst>
              <a:ext uri="{28A0092B-C50C-407E-A947-70E740481C1C}">
                <a14:useLocalDpi xmlns:a14="http://schemas.microsoft.com/office/drawing/2010/main"/>
              </a:ext>
            </a:extLst>
          </a:blip>
          <a:srcRect/>
          <a:stretch/>
        </p:blipFill>
        <p:spPr>
          <a:xfrm>
            <a:off x="8913287" y="5032060"/>
            <a:ext cx="865351" cy="762001"/>
          </a:xfrm>
          <a:prstGeom prst="rect">
            <a:avLst/>
          </a:prstGeom>
          <a:noFill/>
          <a:ln>
            <a:noFill/>
          </a:ln>
        </p:spPr>
      </p:pic>
      <p:pic>
        <p:nvPicPr>
          <p:cNvPr id="34" name="Google Shape;265;p28" title="Icones-Bleu@4x.png">
            <a:extLst>
              <a:ext uri="{FF2B5EF4-FFF2-40B4-BE49-F238E27FC236}">
                <a16:creationId xmlns:a16="http://schemas.microsoft.com/office/drawing/2014/main" id="{343FD405-046C-7CAB-85E4-6777FD339E30}"/>
              </a:ext>
            </a:extLst>
          </p:cNvPr>
          <p:cNvPicPr preferRelativeResize="0"/>
          <p:nvPr/>
        </p:nvPicPr>
        <p:blipFill rotWithShape="1">
          <a:blip r:embed="rId29" cstate="hqprint">
            <a:alphaModFix/>
            <a:extLst>
              <a:ext uri="{28A0092B-C50C-407E-A947-70E740481C1C}">
                <a14:useLocalDpi xmlns:a14="http://schemas.microsoft.com/office/drawing/2010/main"/>
              </a:ext>
            </a:extLst>
          </a:blip>
          <a:srcRect/>
          <a:stretch/>
        </p:blipFill>
        <p:spPr>
          <a:xfrm>
            <a:off x="9835512" y="4985085"/>
            <a:ext cx="865351" cy="808975"/>
          </a:xfrm>
          <a:prstGeom prst="rect">
            <a:avLst/>
          </a:prstGeom>
          <a:noFill/>
          <a:ln>
            <a:noFill/>
          </a:ln>
        </p:spPr>
      </p:pic>
    </p:spTree>
    <p:extLst>
      <p:ext uri="{BB962C8B-B14F-4D97-AF65-F5344CB8AC3E}">
        <p14:creationId xmlns:p14="http://schemas.microsoft.com/office/powerpoint/2010/main" val="3053246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2420-A388-D861-79AC-E13E06A35C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C04723-AE6B-1B58-474C-EB1105D16FF7}"/>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013AFB"/>
                </a:solidFill>
                <a:latin typeface="Anton" pitchFamily="2" charset="0"/>
                <a:ea typeface="Anton"/>
                <a:cs typeface="Anton"/>
                <a:sym typeface="Anton"/>
              </a:rPr>
              <a:t>_</a:t>
            </a:r>
            <a:endParaRPr lang="fr-FR" sz="8600" dirty="0">
              <a:solidFill>
                <a:srgbClr val="013AFB"/>
              </a:solidFill>
              <a:latin typeface="Anton" pitchFamily="2" charset="0"/>
            </a:endParaRPr>
          </a:p>
        </p:txBody>
      </p:sp>
      <p:pic>
        <p:nvPicPr>
          <p:cNvPr id="47" name="Google Shape;287;p29" title="Icones-Vert@4x.png">
            <a:extLst>
              <a:ext uri="{FF2B5EF4-FFF2-40B4-BE49-F238E27FC236}">
                <a16:creationId xmlns:a16="http://schemas.microsoft.com/office/drawing/2014/main" id="{5C80DB17-D229-AF13-FBE6-7F1005DF1DEA}"/>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8087087" y="2998410"/>
            <a:ext cx="774001" cy="743725"/>
          </a:xfrm>
          <a:prstGeom prst="rect">
            <a:avLst/>
          </a:prstGeom>
          <a:noFill/>
          <a:ln>
            <a:noFill/>
          </a:ln>
        </p:spPr>
      </p:pic>
      <p:pic>
        <p:nvPicPr>
          <p:cNvPr id="48" name="Google Shape;288;p29" title="Icones-Vert@4x.png">
            <a:extLst>
              <a:ext uri="{FF2B5EF4-FFF2-40B4-BE49-F238E27FC236}">
                <a16:creationId xmlns:a16="http://schemas.microsoft.com/office/drawing/2014/main" id="{23CB3BC0-C3CB-915B-7501-D7E88EB85962}"/>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8947212" y="2998410"/>
            <a:ext cx="835049" cy="743725"/>
          </a:xfrm>
          <a:prstGeom prst="rect">
            <a:avLst/>
          </a:prstGeom>
          <a:noFill/>
          <a:ln>
            <a:noFill/>
          </a:ln>
        </p:spPr>
      </p:pic>
      <p:pic>
        <p:nvPicPr>
          <p:cNvPr id="49" name="Google Shape;289;p29" title="Icones-Vert@4x.png">
            <a:extLst>
              <a:ext uri="{FF2B5EF4-FFF2-40B4-BE49-F238E27FC236}">
                <a16:creationId xmlns:a16="http://schemas.microsoft.com/office/drawing/2014/main" id="{274A2B07-7966-6D5D-6B9B-961D0B2E2063}"/>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9979036" y="2998410"/>
            <a:ext cx="469726" cy="743725"/>
          </a:xfrm>
          <a:prstGeom prst="rect">
            <a:avLst/>
          </a:prstGeom>
          <a:noFill/>
          <a:ln>
            <a:noFill/>
          </a:ln>
        </p:spPr>
      </p:pic>
      <p:pic>
        <p:nvPicPr>
          <p:cNvPr id="50" name="Google Shape;290;p29" title="Icones-Vert@4x.png">
            <a:extLst>
              <a:ext uri="{FF2B5EF4-FFF2-40B4-BE49-F238E27FC236}">
                <a16:creationId xmlns:a16="http://schemas.microsoft.com/office/drawing/2014/main" id="{4A65B916-4BA2-6D94-293C-73E214E61791}"/>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0775811" y="2998410"/>
            <a:ext cx="469726" cy="743725"/>
          </a:xfrm>
          <a:prstGeom prst="rect">
            <a:avLst/>
          </a:prstGeom>
          <a:noFill/>
          <a:ln>
            <a:noFill/>
          </a:ln>
        </p:spPr>
      </p:pic>
      <p:pic>
        <p:nvPicPr>
          <p:cNvPr id="51" name="Google Shape;291;p29" title="Icones-Vert@4x.png">
            <a:extLst>
              <a:ext uri="{FF2B5EF4-FFF2-40B4-BE49-F238E27FC236}">
                <a16:creationId xmlns:a16="http://schemas.microsoft.com/office/drawing/2014/main" id="{EA9DE476-94FF-0BA0-9202-D036EC699ADF}"/>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7226962" y="3937860"/>
            <a:ext cx="774001" cy="795926"/>
          </a:xfrm>
          <a:prstGeom prst="rect">
            <a:avLst/>
          </a:prstGeom>
          <a:noFill/>
          <a:ln>
            <a:noFill/>
          </a:ln>
        </p:spPr>
      </p:pic>
      <p:pic>
        <p:nvPicPr>
          <p:cNvPr id="52" name="Google Shape;292;p29" title="Icones-Vert@4x.png">
            <a:extLst>
              <a:ext uri="{FF2B5EF4-FFF2-40B4-BE49-F238E27FC236}">
                <a16:creationId xmlns:a16="http://schemas.microsoft.com/office/drawing/2014/main" id="{194C2101-6C6C-769D-3B4E-C78A058F6BEF}"/>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8087087" y="3937860"/>
            <a:ext cx="774001" cy="795926"/>
          </a:xfrm>
          <a:prstGeom prst="rect">
            <a:avLst/>
          </a:prstGeom>
          <a:noFill/>
          <a:ln>
            <a:noFill/>
          </a:ln>
        </p:spPr>
      </p:pic>
      <p:pic>
        <p:nvPicPr>
          <p:cNvPr id="53" name="Google Shape;293;p29" title="Icones-Vert@4x.png">
            <a:extLst>
              <a:ext uri="{FF2B5EF4-FFF2-40B4-BE49-F238E27FC236}">
                <a16:creationId xmlns:a16="http://schemas.microsoft.com/office/drawing/2014/main" id="{E86784F3-0B58-2FB6-80EA-084BB55C512B}"/>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8947212" y="3937860"/>
            <a:ext cx="835049" cy="795926"/>
          </a:xfrm>
          <a:prstGeom prst="rect">
            <a:avLst/>
          </a:prstGeom>
          <a:noFill/>
          <a:ln>
            <a:noFill/>
          </a:ln>
        </p:spPr>
      </p:pic>
      <p:pic>
        <p:nvPicPr>
          <p:cNvPr id="54" name="Google Shape;294;p29" title="Icones-Vert@4x.png">
            <a:extLst>
              <a:ext uri="{FF2B5EF4-FFF2-40B4-BE49-F238E27FC236}">
                <a16:creationId xmlns:a16="http://schemas.microsoft.com/office/drawing/2014/main" id="{CDF42ABE-EE1B-75CD-D124-BB15F04A6023}"/>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10033311" y="3937860"/>
            <a:ext cx="339250" cy="848124"/>
          </a:xfrm>
          <a:prstGeom prst="rect">
            <a:avLst/>
          </a:prstGeom>
          <a:noFill/>
          <a:ln>
            <a:noFill/>
          </a:ln>
        </p:spPr>
      </p:pic>
      <p:pic>
        <p:nvPicPr>
          <p:cNvPr id="55" name="Google Shape;295;p29" title="Icones-Vert@4x.png">
            <a:extLst>
              <a:ext uri="{FF2B5EF4-FFF2-40B4-BE49-F238E27FC236}">
                <a16:creationId xmlns:a16="http://schemas.microsoft.com/office/drawing/2014/main" id="{F886C915-07E7-8AA3-67A7-900F9FB8AC56}"/>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10832361" y="3937860"/>
            <a:ext cx="413174" cy="848124"/>
          </a:xfrm>
          <a:prstGeom prst="rect">
            <a:avLst/>
          </a:prstGeom>
          <a:noFill/>
          <a:ln>
            <a:noFill/>
          </a:ln>
        </p:spPr>
      </p:pic>
      <p:pic>
        <p:nvPicPr>
          <p:cNvPr id="56" name="Google Shape;296;p29" title="Icones-Vert@4x.png">
            <a:extLst>
              <a:ext uri="{FF2B5EF4-FFF2-40B4-BE49-F238E27FC236}">
                <a16:creationId xmlns:a16="http://schemas.microsoft.com/office/drawing/2014/main" id="{426EA5B6-D9E2-828E-E6B3-7467019722DF}"/>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7226962" y="4998135"/>
            <a:ext cx="695726" cy="795926"/>
          </a:xfrm>
          <a:prstGeom prst="rect">
            <a:avLst/>
          </a:prstGeom>
          <a:noFill/>
          <a:ln>
            <a:noFill/>
          </a:ln>
        </p:spPr>
      </p:pic>
      <p:pic>
        <p:nvPicPr>
          <p:cNvPr id="57" name="Google Shape;297;p29" title="Icones-Vert@4x.png">
            <a:extLst>
              <a:ext uri="{FF2B5EF4-FFF2-40B4-BE49-F238E27FC236}">
                <a16:creationId xmlns:a16="http://schemas.microsoft.com/office/drawing/2014/main" id="{1D02056E-5858-740C-1547-BE083670745D}"/>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8152312" y="4998135"/>
            <a:ext cx="626299" cy="795926"/>
          </a:xfrm>
          <a:prstGeom prst="rect">
            <a:avLst/>
          </a:prstGeom>
          <a:noFill/>
          <a:ln>
            <a:noFill/>
          </a:ln>
        </p:spPr>
      </p:pic>
      <p:pic>
        <p:nvPicPr>
          <p:cNvPr id="58" name="Google Shape;298;p29" title="Icones-Vert@4x.png">
            <a:extLst>
              <a:ext uri="{FF2B5EF4-FFF2-40B4-BE49-F238E27FC236}">
                <a16:creationId xmlns:a16="http://schemas.microsoft.com/office/drawing/2014/main" id="{19292493-DC6B-F65C-7B12-393FA008926D}"/>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8947212" y="5050335"/>
            <a:ext cx="835049" cy="743725"/>
          </a:xfrm>
          <a:prstGeom prst="rect">
            <a:avLst/>
          </a:prstGeom>
          <a:noFill/>
          <a:ln>
            <a:noFill/>
          </a:ln>
        </p:spPr>
      </p:pic>
      <p:pic>
        <p:nvPicPr>
          <p:cNvPr id="59" name="Google Shape;299;p29" title="Icones-Vert@4x.png">
            <a:extLst>
              <a:ext uri="{FF2B5EF4-FFF2-40B4-BE49-F238E27FC236}">
                <a16:creationId xmlns:a16="http://schemas.microsoft.com/office/drawing/2014/main" id="{CCCD209A-16C2-4E07-0C93-5830B8EE1363}"/>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9835512" y="4998135"/>
            <a:ext cx="835049" cy="795926"/>
          </a:xfrm>
          <a:prstGeom prst="rect">
            <a:avLst/>
          </a:prstGeom>
          <a:noFill/>
          <a:ln>
            <a:noFill/>
          </a:ln>
        </p:spPr>
      </p:pic>
      <p:pic>
        <p:nvPicPr>
          <p:cNvPr id="46" name="Google Shape;272;p29" title="Icones-Vert@4x.png">
            <a:extLst>
              <a:ext uri="{FF2B5EF4-FFF2-40B4-BE49-F238E27FC236}">
                <a16:creationId xmlns:a16="http://schemas.microsoft.com/office/drawing/2014/main" id="{36451B9B-33BE-6552-2F84-598DB1372A80}"/>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7226962" y="2998410"/>
            <a:ext cx="774001" cy="743725"/>
          </a:xfrm>
          <a:prstGeom prst="rect">
            <a:avLst/>
          </a:prstGeom>
          <a:noFill/>
          <a:ln>
            <a:noFill/>
          </a:ln>
        </p:spPr>
      </p:pic>
      <p:pic>
        <p:nvPicPr>
          <p:cNvPr id="61" name="Google Shape;274;p29" title="Icones-Orange@4x.png">
            <a:extLst>
              <a:ext uri="{FF2B5EF4-FFF2-40B4-BE49-F238E27FC236}">
                <a16:creationId xmlns:a16="http://schemas.microsoft.com/office/drawing/2014/main" id="{86B7DD3E-4450-1B2E-CE2D-257165EF42BB}"/>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1819439" y="2998410"/>
            <a:ext cx="774001" cy="795926"/>
          </a:xfrm>
          <a:prstGeom prst="rect">
            <a:avLst/>
          </a:prstGeom>
          <a:noFill/>
          <a:ln>
            <a:noFill/>
          </a:ln>
        </p:spPr>
      </p:pic>
      <p:pic>
        <p:nvPicPr>
          <p:cNvPr id="62" name="Google Shape;275;p29" title="Icones-Orange@4x.png">
            <a:extLst>
              <a:ext uri="{FF2B5EF4-FFF2-40B4-BE49-F238E27FC236}">
                <a16:creationId xmlns:a16="http://schemas.microsoft.com/office/drawing/2014/main" id="{2B8D1639-14C3-7B45-8191-4801DE0C629B}"/>
              </a:ext>
            </a:extLst>
          </p:cNvPr>
          <p:cNvPicPr preferRelativeResize="0"/>
          <p:nvPr/>
        </p:nvPicPr>
        <p:blipFill rotWithShape="1">
          <a:blip r:embed="rId17" cstate="hqprint">
            <a:alphaModFix/>
            <a:extLst>
              <a:ext uri="{28A0092B-C50C-407E-A947-70E740481C1C}">
                <a14:useLocalDpi xmlns:a14="http://schemas.microsoft.com/office/drawing/2010/main"/>
              </a:ext>
            </a:extLst>
          </a:blip>
          <a:srcRect/>
          <a:stretch/>
        </p:blipFill>
        <p:spPr>
          <a:xfrm>
            <a:off x="2732789" y="2998410"/>
            <a:ext cx="774001" cy="743726"/>
          </a:xfrm>
          <a:prstGeom prst="rect">
            <a:avLst/>
          </a:prstGeom>
          <a:noFill/>
          <a:ln>
            <a:noFill/>
          </a:ln>
        </p:spPr>
      </p:pic>
      <p:pic>
        <p:nvPicPr>
          <p:cNvPr id="63" name="Google Shape;276;p29" title="Icones-Orange@4x.png">
            <a:extLst>
              <a:ext uri="{FF2B5EF4-FFF2-40B4-BE49-F238E27FC236}">
                <a16:creationId xmlns:a16="http://schemas.microsoft.com/office/drawing/2014/main" id="{F1DB9E2E-0CCA-4E6E-A14F-F4B6D4FA8EEE}"/>
              </a:ext>
            </a:extLst>
          </p:cNvPr>
          <p:cNvPicPr preferRelativeResize="0"/>
          <p:nvPr/>
        </p:nvPicPr>
        <p:blipFill rotWithShape="1">
          <a:blip r:embed="rId18" cstate="hqprint">
            <a:alphaModFix/>
            <a:extLst>
              <a:ext uri="{28A0092B-C50C-407E-A947-70E740481C1C}">
                <a14:useLocalDpi xmlns:a14="http://schemas.microsoft.com/office/drawing/2010/main"/>
              </a:ext>
            </a:extLst>
          </a:blip>
          <a:srcRect/>
          <a:stretch/>
        </p:blipFill>
        <p:spPr>
          <a:xfrm>
            <a:off x="3737488" y="2998410"/>
            <a:ext cx="469726" cy="743726"/>
          </a:xfrm>
          <a:prstGeom prst="rect">
            <a:avLst/>
          </a:prstGeom>
          <a:noFill/>
          <a:ln>
            <a:noFill/>
          </a:ln>
        </p:spPr>
      </p:pic>
      <p:pic>
        <p:nvPicPr>
          <p:cNvPr id="64" name="Google Shape;277;p29" title="Icones-Orange@4x.png">
            <a:extLst>
              <a:ext uri="{FF2B5EF4-FFF2-40B4-BE49-F238E27FC236}">
                <a16:creationId xmlns:a16="http://schemas.microsoft.com/office/drawing/2014/main" id="{B159A6E9-6B17-058D-689A-927352E9D9DA}"/>
              </a:ext>
            </a:extLst>
          </p:cNvPr>
          <p:cNvPicPr preferRelativeResize="0"/>
          <p:nvPr/>
        </p:nvPicPr>
        <p:blipFill rotWithShape="1">
          <a:blip r:embed="rId19" cstate="hqprint">
            <a:alphaModFix/>
            <a:extLst>
              <a:ext uri="{28A0092B-C50C-407E-A947-70E740481C1C}">
                <a14:useLocalDpi xmlns:a14="http://schemas.microsoft.com/office/drawing/2010/main"/>
              </a:ext>
            </a:extLst>
          </a:blip>
          <a:srcRect/>
          <a:stretch/>
        </p:blipFill>
        <p:spPr>
          <a:xfrm>
            <a:off x="4572538" y="2998410"/>
            <a:ext cx="413174" cy="743726"/>
          </a:xfrm>
          <a:prstGeom prst="rect">
            <a:avLst/>
          </a:prstGeom>
          <a:noFill/>
          <a:ln>
            <a:noFill/>
          </a:ln>
        </p:spPr>
      </p:pic>
      <p:pic>
        <p:nvPicPr>
          <p:cNvPr id="65" name="Google Shape;278;p29" title="Icones-Orange@4x.png">
            <a:extLst>
              <a:ext uri="{FF2B5EF4-FFF2-40B4-BE49-F238E27FC236}">
                <a16:creationId xmlns:a16="http://schemas.microsoft.com/office/drawing/2014/main" id="{5BF14E34-76B6-D069-F2C4-D5371A4FFCC7}"/>
              </a:ext>
            </a:extLst>
          </p:cNvPr>
          <p:cNvPicPr preferRelativeResize="0"/>
          <p:nvPr/>
        </p:nvPicPr>
        <p:blipFill rotWithShape="1">
          <a:blip r:embed="rId20" cstate="hqprint">
            <a:alphaModFix/>
            <a:extLst>
              <a:ext uri="{28A0092B-C50C-407E-A947-70E740481C1C}">
                <a14:useLocalDpi xmlns:a14="http://schemas.microsoft.com/office/drawing/2010/main"/>
              </a:ext>
            </a:extLst>
          </a:blip>
          <a:srcRect/>
          <a:stretch/>
        </p:blipFill>
        <p:spPr>
          <a:xfrm>
            <a:off x="967139" y="3937860"/>
            <a:ext cx="774001" cy="795926"/>
          </a:xfrm>
          <a:prstGeom prst="rect">
            <a:avLst/>
          </a:prstGeom>
          <a:noFill/>
          <a:ln>
            <a:noFill/>
          </a:ln>
        </p:spPr>
      </p:pic>
      <p:pic>
        <p:nvPicPr>
          <p:cNvPr id="66" name="Google Shape;279;p29" title="Icones-Orange@4x.png">
            <a:extLst>
              <a:ext uri="{FF2B5EF4-FFF2-40B4-BE49-F238E27FC236}">
                <a16:creationId xmlns:a16="http://schemas.microsoft.com/office/drawing/2014/main" id="{E5B9BA3C-A079-C545-0971-9A748120844D}"/>
              </a:ext>
            </a:extLst>
          </p:cNvPr>
          <p:cNvPicPr preferRelativeResize="0"/>
          <p:nvPr/>
        </p:nvPicPr>
        <p:blipFill rotWithShape="1">
          <a:blip r:embed="rId21" cstate="hqprint">
            <a:alphaModFix/>
            <a:extLst>
              <a:ext uri="{28A0092B-C50C-407E-A947-70E740481C1C}">
                <a14:useLocalDpi xmlns:a14="http://schemas.microsoft.com/office/drawing/2010/main"/>
              </a:ext>
            </a:extLst>
          </a:blip>
          <a:srcRect/>
          <a:stretch/>
        </p:blipFill>
        <p:spPr>
          <a:xfrm>
            <a:off x="1819439" y="3937860"/>
            <a:ext cx="774001" cy="795926"/>
          </a:xfrm>
          <a:prstGeom prst="rect">
            <a:avLst/>
          </a:prstGeom>
          <a:noFill/>
          <a:ln>
            <a:noFill/>
          </a:ln>
        </p:spPr>
      </p:pic>
      <p:pic>
        <p:nvPicPr>
          <p:cNvPr id="67" name="Google Shape;280;p29" title="Icones-Orange@4x.png">
            <a:extLst>
              <a:ext uri="{FF2B5EF4-FFF2-40B4-BE49-F238E27FC236}">
                <a16:creationId xmlns:a16="http://schemas.microsoft.com/office/drawing/2014/main" id="{9AC35046-5C2A-8D0A-5DCA-639B0DDA0A6E}"/>
              </a:ext>
            </a:extLst>
          </p:cNvPr>
          <p:cNvPicPr preferRelativeResize="0"/>
          <p:nvPr/>
        </p:nvPicPr>
        <p:blipFill rotWithShape="1">
          <a:blip r:embed="rId22" cstate="hqprint">
            <a:alphaModFix/>
            <a:extLst>
              <a:ext uri="{28A0092B-C50C-407E-A947-70E740481C1C}">
                <a14:useLocalDpi xmlns:a14="http://schemas.microsoft.com/office/drawing/2010/main"/>
              </a:ext>
            </a:extLst>
          </a:blip>
          <a:srcRect/>
          <a:stretch/>
        </p:blipFill>
        <p:spPr>
          <a:xfrm>
            <a:off x="2671739" y="3937860"/>
            <a:ext cx="835049" cy="795926"/>
          </a:xfrm>
          <a:prstGeom prst="rect">
            <a:avLst/>
          </a:prstGeom>
          <a:noFill/>
          <a:ln>
            <a:noFill/>
          </a:ln>
        </p:spPr>
      </p:pic>
      <p:pic>
        <p:nvPicPr>
          <p:cNvPr id="68" name="Google Shape;281;p29" title="Icones-Orange@4x.png">
            <a:extLst>
              <a:ext uri="{FF2B5EF4-FFF2-40B4-BE49-F238E27FC236}">
                <a16:creationId xmlns:a16="http://schemas.microsoft.com/office/drawing/2014/main" id="{71611F29-7CD9-E70D-94E0-CA215DE78458}"/>
              </a:ext>
            </a:extLst>
          </p:cNvPr>
          <p:cNvPicPr preferRelativeResize="0"/>
          <p:nvPr/>
        </p:nvPicPr>
        <p:blipFill rotWithShape="1">
          <a:blip r:embed="rId23" cstate="hqprint">
            <a:alphaModFix/>
            <a:extLst>
              <a:ext uri="{28A0092B-C50C-407E-A947-70E740481C1C}">
                <a14:useLocalDpi xmlns:a14="http://schemas.microsoft.com/office/drawing/2010/main"/>
              </a:ext>
            </a:extLst>
          </a:blip>
          <a:srcRect/>
          <a:stretch/>
        </p:blipFill>
        <p:spPr>
          <a:xfrm>
            <a:off x="3815763" y="3937860"/>
            <a:ext cx="339250" cy="848124"/>
          </a:xfrm>
          <a:prstGeom prst="rect">
            <a:avLst/>
          </a:prstGeom>
          <a:noFill/>
          <a:ln>
            <a:noFill/>
          </a:ln>
        </p:spPr>
      </p:pic>
      <p:pic>
        <p:nvPicPr>
          <p:cNvPr id="69" name="Google Shape;282;p29" title="Icones-Orange@4x.png">
            <a:extLst>
              <a:ext uri="{FF2B5EF4-FFF2-40B4-BE49-F238E27FC236}">
                <a16:creationId xmlns:a16="http://schemas.microsoft.com/office/drawing/2014/main" id="{49D0546E-055D-E315-E8E9-6C4AAF141AF2}"/>
              </a:ext>
            </a:extLst>
          </p:cNvPr>
          <p:cNvPicPr preferRelativeResize="0"/>
          <p:nvPr/>
        </p:nvPicPr>
        <p:blipFill rotWithShape="1">
          <a:blip r:embed="rId24" cstate="hqprint">
            <a:alphaModFix/>
            <a:extLst>
              <a:ext uri="{28A0092B-C50C-407E-A947-70E740481C1C}">
                <a14:useLocalDpi xmlns:a14="http://schemas.microsoft.com/office/drawing/2010/main"/>
              </a:ext>
            </a:extLst>
          </a:blip>
          <a:srcRect/>
          <a:stretch/>
        </p:blipFill>
        <p:spPr>
          <a:xfrm>
            <a:off x="4572538" y="3937860"/>
            <a:ext cx="413174" cy="848124"/>
          </a:xfrm>
          <a:prstGeom prst="rect">
            <a:avLst/>
          </a:prstGeom>
          <a:noFill/>
          <a:ln>
            <a:noFill/>
          </a:ln>
        </p:spPr>
      </p:pic>
      <p:pic>
        <p:nvPicPr>
          <p:cNvPr id="70" name="Google Shape;283;p29" title="Icones-Orange@4x.png">
            <a:extLst>
              <a:ext uri="{FF2B5EF4-FFF2-40B4-BE49-F238E27FC236}">
                <a16:creationId xmlns:a16="http://schemas.microsoft.com/office/drawing/2014/main" id="{5D17FBA1-DF61-7514-FCA2-30540F32D26B}"/>
              </a:ext>
            </a:extLst>
          </p:cNvPr>
          <p:cNvPicPr preferRelativeResize="0"/>
          <p:nvPr/>
        </p:nvPicPr>
        <p:blipFill rotWithShape="1">
          <a:blip r:embed="rId25" cstate="hqprint">
            <a:alphaModFix/>
            <a:extLst>
              <a:ext uri="{28A0092B-C50C-407E-A947-70E740481C1C}">
                <a14:useLocalDpi xmlns:a14="http://schemas.microsoft.com/office/drawing/2010/main"/>
              </a:ext>
            </a:extLst>
          </a:blip>
          <a:srcRect/>
          <a:stretch/>
        </p:blipFill>
        <p:spPr>
          <a:xfrm>
            <a:off x="967139" y="4998135"/>
            <a:ext cx="695726" cy="795926"/>
          </a:xfrm>
          <a:prstGeom prst="rect">
            <a:avLst/>
          </a:prstGeom>
          <a:noFill/>
          <a:ln>
            <a:noFill/>
          </a:ln>
        </p:spPr>
      </p:pic>
      <p:pic>
        <p:nvPicPr>
          <p:cNvPr id="71" name="Google Shape;284;p29" title="Icones-Orange@4x.png">
            <a:extLst>
              <a:ext uri="{FF2B5EF4-FFF2-40B4-BE49-F238E27FC236}">
                <a16:creationId xmlns:a16="http://schemas.microsoft.com/office/drawing/2014/main" id="{EFF3541A-D986-AE98-E4CE-21209535464A}"/>
              </a:ext>
            </a:extLst>
          </p:cNvPr>
          <p:cNvPicPr preferRelativeResize="0"/>
          <p:nvPr/>
        </p:nvPicPr>
        <p:blipFill rotWithShape="1">
          <a:blip r:embed="rId26" cstate="hqprint">
            <a:alphaModFix/>
            <a:extLst>
              <a:ext uri="{28A0092B-C50C-407E-A947-70E740481C1C}">
                <a14:useLocalDpi xmlns:a14="http://schemas.microsoft.com/office/drawing/2010/main"/>
              </a:ext>
            </a:extLst>
          </a:blip>
          <a:srcRect/>
          <a:stretch/>
        </p:blipFill>
        <p:spPr>
          <a:xfrm>
            <a:off x="1897714" y="4998135"/>
            <a:ext cx="626299" cy="795926"/>
          </a:xfrm>
          <a:prstGeom prst="rect">
            <a:avLst/>
          </a:prstGeom>
          <a:noFill/>
          <a:ln>
            <a:noFill/>
          </a:ln>
        </p:spPr>
      </p:pic>
      <p:pic>
        <p:nvPicPr>
          <p:cNvPr id="72" name="Google Shape;285;p29" title="Icones-Orange@4x.png">
            <a:extLst>
              <a:ext uri="{FF2B5EF4-FFF2-40B4-BE49-F238E27FC236}">
                <a16:creationId xmlns:a16="http://schemas.microsoft.com/office/drawing/2014/main" id="{7A297B1F-DD1A-F018-3EB5-93121194671D}"/>
              </a:ext>
            </a:extLst>
          </p:cNvPr>
          <p:cNvPicPr preferRelativeResize="0"/>
          <p:nvPr/>
        </p:nvPicPr>
        <p:blipFill rotWithShape="1">
          <a:blip r:embed="rId27" cstate="hqprint">
            <a:alphaModFix/>
            <a:extLst>
              <a:ext uri="{28A0092B-C50C-407E-A947-70E740481C1C}">
                <a14:useLocalDpi xmlns:a14="http://schemas.microsoft.com/office/drawing/2010/main"/>
              </a:ext>
            </a:extLst>
          </a:blip>
          <a:srcRect/>
          <a:stretch/>
        </p:blipFill>
        <p:spPr>
          <a:xfrm>
            <a:off x="2671739" y="4998135"/>
            <a:ext cx="835049" cy="795926"/>
          </a:xfrm>
          <a:prstGeom prst="rect">
            <a:avLst/>
          </a:prstGeom>
          <a:noFill/>
          <a:ln>
            <a:noFill/>
          </a:ln>
        </p:spPr>
      </p:pic>
      <p:pic>
        <p:nvPicPr>
          <p:cNvPr id="73" name="Google Shape;286;p29" title="Icones-Orange@4x.png">
            <a:extLst>
              <a:ext uri="{FF2B5EF4-FFF2-40B4-BE49-F238E27FC236}">
                <a16:creationId xmlns:a16="http://schemas.microsoft.com/office/drawing/2014/main" id="{DD31BE0D-DE9E-000E-96C9-269336BAA485}"/>
              </a:ext>
            </a:extLst>
          </p:cNvPr>
          <p:cNvPicPr preferRelativeResize="0"/>
          <p:nvPr/>
        </p:nvPicPr>
        <p:blipFill rotWithShape="1">
          <a:blip r:embed="rId28" cstate="hqprint">
            <a:alphaModFix/>
            <a:extLst>
              <a:ext uri="{28A0092B-C50C-407E-A947-70E740481C1C}">
                <a14:useLocalDpi xmlns:a14="http://schemas.microsoft.com/office/drawing/2010/main"/>
              </a:ext>
            </a:extLst>
          </a:blip>
          <a:srcRect/>
          <a:stretch/>
        </p:blipFill>
        <p:spPr>
          <a:xfrm>
            <a:off x="3580914" y="5050335"/>
            <a:ext cx="835049" cy="743726"/>
          </a:xfrm>
          <a:prstGeom prst="rect">
            <a:avLst/>
          </a:prstGeom>
          <a:noFill/>
          <a:ln>
            <a:noFill/>
          </a:ln>
        </p:spPr>
      </p:pic>
      <p:pic>
        <p:nvPicPr>
          <p:cNvPr id="60" name="Google Shape;273;p29" title="Icones-Orange@4x.png">
            <a:extLst>
              <a:ext uri="{FF2B5EF4-FFF2-40B4-BE49-F238E27FC236}">
                <a16:creationId xmlns:a16="http://schemas.microsoft.com/office/drawing/2014/main" id="{125DC951-E4DC-ED8A-17B8-0E1D5576D46C}"/>
              </a:ext>
            </a:extLst>
          </p:cNvPr>
          <p:cNvPicPr preferRelativeResize="0"/>
          <p:nvPr/>
        </p:nvPicPr>
        <p:blipFill rotWithShape="1">
          <a:blip r:embed="rId29" cstate="hqprint">
            <a:alphaModFix/>
            <a:extLst>
              <a:ext uri="{28A0092B-C50C-407E-A947-70E740481C1C}">
                <a14:useLocalDpi xmlns:a14="http://schemas.microsoft.com/office/drawing/2010/main"/>
              </a:ext>
            </a:extLst>
          </a:blip>
          <a:srcRect/>
          <a:stretch/>
        </p:blipFill>
        <p:spPr>
          <a:xfrm>
            <a:off x="967139" y="2998410"/>
            <a:ext cx="774001" cy="795926"/>
          </a:xfrm>
          <a:prstGeom prst="rect">
            <a:avLst/>
          </a:prstGeom>
          <a:noFill/>
          <a:ln>
            <a:noFill/>
          </a:ln>
        </p:spPr>
      </p:pic>
    </p:spTree>
    <p:extLst>
      <p:ext uri="{BB962C8B-B14F-4D97-AF65-F5344CB8AC3E}">
        <p14:creationId xmlns:p14="http://schemas.microsoft.com/office/powerpoint/2010/main" val="3452785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B09E-9F48-27B7-0B48-1434124A9CD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073B31-D1D4-D1E4-B05B-116CD4C6743E}"/>
              </a:ext>
            </a:extLst>
          </p:cNvPr>
          <p:cNvSpPr>
            <a:spLocks noGrp="1"/>
          </p:cNvSpPr>
          <p:nvPr>
            <p:ph type="title" idx="4294967295"/>
          </p:nvPr>
        </p:nvSpPr>
        <p:spPr>
          <a:xfrm>
            <a:off x="118872" y="365125"/>
            <a:ext cx="11887200" cy="1325563"/>
          </a:xfrm>
        </p:spPr>
        <p:txBody>
          <a:bodyPr>
            <a:normAutofit/>
          </a:bodyPr>
          <a:lstStyle/>
          <a:p>
            <a:pPr algn="ctr"/>
            <a:r>
              <a:rPr lang="fr-FR" sz="8600" dirty="0">
                <a:solidFill>
                  <a:srgbClr val="013AFB"/>
                </a:solidFill>
                <a:latin typeface="Anton" pitchFamily="2" charset="0"/>
              </a:rPr>
              <a:t>CHARTE GRAPHIQUE</a:t>
            </a:r>
            <a:r>
              <a:rPr lang="fr" sz="8600" dirty="0">
                <a:solidFill>
                  <a:srgbClr val="013AFB"/>
                </a:solidFill>
                <a:latin typeface="Anton" pitchFamily="2" charset="0"/>
                <a:ea typeface="Anton"/>
                <a:cs typeface="Anton"/>
                <a:sym typeface="Anton"/>
              </a:rPr>
              <a:t>_</a:t>
            </a:r>
            <a:endParaRPr lang="fr-FR" sz="8600" dirty="0">
              <a:solidFill>
                <a:srgbClr val="013AFB"/>
              </a:solidFill>
              <a:latin typeface="Anton" pitchFamily="2" charset="0"/>
            </a:endParaRPr>
          </a:p>
        </p:txBody>
      </p:sp>
      <p:pic>
        <p:nvPicPr>
          <p:cNvPr id="3" name="Google Shape;306;p30" title="Icones-Rose@4x.png">
            <a:extLst>
              <a:ext uri="{FF2B5EF4-FFF2-40B4-BE49-F238E27FC236}">
                <a16:creationId xmlns:a16="http://schemas.microsoft.com/office/drawing/2014/main" id="{5637110B-63CE-9F6B-5440-435E25D0E564}"/>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134215" y="2766995"/>
            <a:ext cx="819402" cy="795926"/>
          </a:xfrm>
          <a:prstGeom prst="rect">
            <a:avLst/>
          </a:prstGeom>
          <a:noFill/>
          <a:ln>
            <a:noFill/>
          </a:ln>
        </p:spPr>
      </p:pic>
      <p:pic>
        <p:nvPicPr>
          <p:cNvPr id="4" name="Google Shape;307;p30" title="Icones-Rose@4x.png">
            <a:extLst>
              <a:ext uri="{FF2B5EF4-FFF2-40B4-BE49-F238E27FC236}">
                <a16:creationId xmlns:a16="http://schemas.microsoft.com/office/drawing/2014/main" id="{958B1318-2F59-1778-FC9D-A501FE73488C}"/>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4953615" y="2766995"/>
            <a:ext cx="874227" cy="795926"/>
          </a:xfrm>
          <a:prstGeom prst="rect">
            <a:avLst/>
          </a:prstGeom>
          <a:noFill/>
          <a:ln>
            <a:noFill/>
          </a:ln>
        </p:spPr>
      </p:pic>
      <p:pic>
        <p:nvPicPr>
          <p:cNvPr id="5" name="Google Shape;308;p30" title="Icones-Rose@4x.png">
            <a:extLst>
              <a:ext uri="{FF2B5EF4-FFF2-40B4-BE49-F238E27FC236}">
                <a16:creationId xmlns:a16="http://schemas.microsoft.com/office/drawing/2014/main" id="{88F4D7D0-E4E8-C361-C292-494BECE8C8B5}"/>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827840" y="2766995"/>
            <a:ext cx="874227" cy="730699"/>
          </a:xfrm>
          <a:prstGeom prst="rect">
            <a:avLst/>
          </a:prstGeom>
          <a:noFill/>
          <a:ln>
            <a:noFill/>
          </a:ln>
        </p:spPr>
      </p:pic>
      <p:pic>
        <p:nvPicPr>
          <p:cNvPr id="6" name="Google Shape;309;p30" title="Icones-Rose@4x.png">
            <a:extLst>
              <a:ext uri="{FF2B5EF4-FFF2-40B4-BE49-F238E27FC236}">
                <a16:creationId xmlns:a16="http://schemas.microsoft.com/office/drawing/2014/main" id="{7382F6F5-D920-6ABE-FC52-6F559B684D35}"/>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6884716" y="2766995"/>
            <a:ext cx="508876" cy="730699"/>
          </a:xfrm>
          <a:prstGeom prst="rect">
            <a:avLst/>
          </a:prstGeom>
          <a:noFill/>
          <a:ln>
            <a:noFill/>
          </a:ln>
        </p:spPr>
      </p:pic>
      <p:pic>
        <p:nvPicPr>
          <p:cNvPr id="7" name="Google Shape;310;p30" title="Icones-Rose@4x.png">
            <a:extLst>
              <a:ext uri="{FF2B5EF4-FFF2-40B4-BE49-F238E27FC236}">
                <a16:creationId xmlns:a16="http://schemas.microsoft.com/office/drawing/2014/main" id="{B58F5F68-C8BD-4DD1-CA6C-08FF7C1BF02C}"/>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7719789" y="2766995"/>
            <a:ext cx="432999" cy="730699"/>
          </a:xfrm>
          <a:prstGeom prst="rect">
            <a:avLst/>
          </a:prstGeom>
          <a:noFill/>
          <a:ln>
            <a:noFill/>
          </a:ln>
        </p:spPr>
      </p:pic>
      <p:pic>
        <p:nvPicPr>
          <p:cNvPr id="8" name="Google Shape;311;p30" title="Icones-Rose@4x.png">
            <a:extLst>
              <a:ext uri="{FF2B5EF4-FFF2-40B4-BE49-F238E27FC236}">
                <a16:creationId xmlns:a16="http://schemas.microsoft.com/office/drawing/2014/main" id="{0CEAC47D-79D1-90AF-849F-656043640D3D}"/>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4134215" y="3693395"/>
            <a:ext cx="819402" cy="848124"/>
          </a:xfrm>
          <a:prstGeom prst="rect">
            <a:avLst/>
          </a:prstGeom>
          <a:noFill/>
          <a:ln>
            <a:noFill/>
          </a:ln>
        </p:spPr>
      </p:pic>
      <p:pic>
        <p:nvPicPr>
          <p:cNvPr id="9" name="Google Shape;312;p30" title="Icones-Rose@4x.png">
            <a:extLst>
              <a:ext uri="{FF2B5EF4-FFF2-40B4-BE49-F238E27FC236}">
                <a16:creationId xmlns:a16="http://schemas.microsoft.com/office/drawing/2014/main" id="{10BBA94D-89CA-86AE-28F2-0B273C0756A5}"/>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4953615" y="3693395"/>
            <a:ext cx="874227" cy="848124"/>
          </a:xfrm>
          <a:prstGeom prst="rect">
            <a:avLst/>
          </a:prstGeom>
          <a:noFill/>
          <a:ln>
            <a:noFill/>
          </a:ln>
        </p:spPr>
      </p:pic>
      <p:pic>
        <p:nvPicPr>
          <p:cNvPr id="10" name="Google Shape;313;p30" title="Icones-Rose@4x.png">
            <a:extLst>
              <a:ext uri="{FF2B5EF4-FFF2-40B4-BE49-F238E27FC236}">
                <a16:creationId xmlns:a16="http://schemas.microsoft.com/office/drawing/2014/main" id="{B52B091D-D184-1549-2E47-91DB99633EB9}"/>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5827840" y="3693395"/>
            <a:ext cx="874227" cy="848124"/>
          </a:xfrm>
          <a:prstGeom prst="rect">
            <a:avLst/>
          </a:prstGeom>
          <a:noFill/>
          <a:ln>
            <a:noFill/>
          </a:ln>
        </p:spPr>
      </p:pic>
      <p:pic>
        <p:nvPicPr>
          <p:cNvPr id="11" name="Google Shape;314;p30" title="Icones-Rose@4x.png">
            <a:extLst>
              <a:ext uri="{FF2B5EF4-FFF2-40B4-BE49-F238E27FC236}">
                <a16:creationId xmlns:a16="http://schemas.microsoft.com/office/drawing/2014/main" id="{D62072B8-9BA8-48B4-5D24-7C68C149B9FA}"/>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6976064" y="3693395"/>
            <a:ext cx="352275" cy="848124"/>
          </a:xfrm>
          <a:prstGeom prst="rect">
            <a:avLst/>
          </a:prstGeom>
          <a:noFill/>
          <a:ln>
            <a:noFill/>
          </a:ln>
        </p:spPr>
      </p:pic>
      <p:pic>
        <p:nvPicPr>
          <p:cNvPr id="12" name="Google Shape;315;p30" title="Icones-Rose@4x.png">
            <a:extLst>
              <a:ext uri="{FF2B5EF4-FFF2-40B4-BE49-F238E27FC236}">
                <a16:creationId xmlns:a16="http://schemas.microsoft.com/office/drawing/2014/main" id="{89F299DD-3CCD-CA9E-7701-3C01640D123A}"/>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7719789" y="3693395"/>
            <a:ext cx="432999" cy="874225"/>
          </a:xfrm>
          <a:prstGeom prst="rect">
            <a:avLst/>
          </a:prstGeom>
          <a:noFill/>
          <a:ln>
            <a:noFill/>
          </a:ln>
        </p:spPr>
      </p:pic>
      <p:pic>
        <p:nvPicPr>
          <p:cNvPr id="13" name="Google Shape;316;p30" title="Icones-Rose@4x.png">
            <a:extLst>
              <a:ext uri="{FF2B5EF4-FFF2-40B4-BE49-F238E27FC236}">
                <a16:creationId xmlns:a16="http://schemas.microsoft.com/office/drawing/2014/main" id="{5830335C-3D7B-D4ED-08D2-1DFCC599D7CA}"/>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4134215" y="4766720"/>
            <a:ext cx="728075" cy="795926"/>
          </a:xfrm>
          <a:prstGeom prst="rect">
            <a:avLst/>
          </a:prstGeom>
          <a:noFill/>
          <a:ln>
            <a:noFill/>
          </a:ln>
        </p:spPr>
      </p:pic>
      <p:pic>
        <p:nvPicPr>
          <p:cNvPr id="14" name="Google Shape;317;p30" title="Icones-Rose@4x.png">
            <a:extLst>
              <a:ext uri="{FF2B5EF4-FFF2-40B4-BE49-F238E27FC236}">
                <a16:creationId xmlns:a16="http://schemas.microsoft.com/office/drawing/2014/main" id="{B769838D-43C1-E25E-C47B-06C3413B625C}"/>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5031915" y="4766720"/>
            <a:ext cx="652400" cy="795926"/>
          </a:xfrm>
          <a:prstGeom prst="rect">
            <a:avLst/>
          </a:prstGeom>
          <a:noFill/>
          <a:ln>
            <a:noFill/>
          </a:ln>
        </p:spPr>
      </p:pic>
      <p:pic>
        <p:nvPicPr>
          <p:cNvPr id="15" name="Google Shape;318;p30" title="Icones-Rose@4x.png">
            <a:extLst>
              <a:ext uri="{FF2B5EF4-FFF2-40B4-BE49-F238E27FC236}">
                <a16:creationId xmlns:a16="http://schemas.microsoft.com/office/drawing/2014/main" id="{52003660-28F9-C2AA-398A-9EB4B89D0121}"/>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5827840" y="4766720"/>
            <a:ext cx="874227" cy="795926"/>
          </a:xfrm>
          <a:prstGeom prst="rect">
            <a:avLst/>
          </a:prstGeom>
          <a:noFill/>
          <a:ln>
            <a:noFill/>
          </a:ln>
        </p:spPr>
      </p:pic>
      <p:pic>
        <p:nvPicPr>
          <p:cNvPr id="16" name="Google Shape;319;p30" title="Icones-Rose@4x.png">
            <a:extLst>
              <a:ext uri="{FF2B5EF4-FFF2-40B4-BE49-F238E27FC236}">
                <a16:creationId xmlns:a16="http://schemas.microsoft.com/office/drawing/2014/main" id="{6CE9CF85-0D22-80DB-5A91-7D61FD067F05}"/>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6702065" y="4766720"/>
            <a:ext cx="874227" cy="795926"/>
          </a:xfrm>
          <a:prstGeom prst="rect">
            <a:avLst/>
          </a:prstGeom>
          <a:noFill/>
          <a:ln>
            <a:noFill/>
          </a:ln>
        </p:spPr>
      </p:pic>
    </p:spTree>
    <p:extLst>
      <p:ext uri="{BB962C8B-B14F-4D97-AF65-F5344CB8AC3E}">
        <p14:creationId xmlns:p14="http://schemas.microsoft.com/office/powerpoint/2010/main" val="15255093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7F6DA77CF9D1241BDDD9C65724520E9" ma:contentTypeVersion="13" ma:contentTypeDescription="Crée un document." ma:contentTypeScope="" ma:versionID="c99f1b09ed94405a8f5ddd3467a015b0">
  <xsd:schema xmlns:xsd="http://www.w3.org/2001/XMLSchema" xmlns:xs="http://www.w3.org/2001/XMLSchema" xmlns:p="http://schemas.microsoft.com/office/2006/metadata/properties" xmlns:ns2="c3065b03-63e4-46e9-a184-869dcdf2add3" xmlns:ns3="1744b007-5b97-4799-94e5-0198b4667c33" targetNamespace="http://schemas.microsoft.com/office/2006/metadata/properties" ma:root="true" ma:fieldsID="117a9c6552995bc4cef189eeba2ab768" ns2:_="" ns3:_="">
    <xsd:import namespace="c3065b03-63e4-46e9-a184-869dcdf2add3"/>
    <xsd:import namespace="1744b007-5b97-4799-94e5-0198b4667c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065b03-63e4-46e9-a184-869dcdf2ad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ea5cba62-7a90-4cbb-8c0d-a8cd742f6be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44b007-5b97-4799-94e5-0198b4667c3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a0a6f60-1277-42c5-b621-8168bbf682f2}" ma:internalName="TaxCatchAll" ma:showField="CatchAllData" ma:web="1744b007-5b97-4799-94e5-0198b4667c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3065b03-63e4-46e9-a184-869dcdf2add3">
      <Terms xmlns="http://schemas.microsoft.com/office/infopath/2007/PartnerControls"/>
    </lcf76f155ced4ddcb4097134ff3c332f>
    <TaxCatchAll xmlns="1744b007-5b97-4799-94e5-0198b4667c33" xsi:nil="true"/>
  </documentManagement>
</p:properties>
</file>

<file path=customXml/itemProps1.xml><?xml version="1.0" encoding="utf-8"?>
<ds:datastoreItem xmlns:ds="http://schemas.openxmlformats.org/officeDocument/2006/customXml" ds:itemID="{7016FD8A-3829-4E32-95DB-21629DB0DF48}">
  <ds:schemaRefs>
    <ds:schemaRef ds:uri="http://schemas.microsoft.com/sharepoint/v3/contenttype/forms"/>
  </ds:schemaRefs>
</ds:datastoreItem>
</file>

<file path=customXml/itemProps2.xml><?xml version="1.0" encoding="utf-8"?>
<ds:datastoreItem xmlns:ds="http://schemas.openxmlformats.org/officeDocument/2006/customXml" ds:itemID="{6F5C12C0-2454-41F3-853E-58714E9860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065b03-63e4-46e9-a184-869dcdf2add3"/>
    <ds:schemaRef ds:uri="1744b007-5b97-4799-94e5-0198b4667c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28CC87-A558-4D14-A720-09B5DFA7CEAB}">
  <ds:schemaRefs>
    <ds:schemaRef ds:uri="http://schemas.microsoft.com/office/2006/metadata/properties"/>
    <ds:schemaRef ds:uri="http://schemas.microsoft.com/office/infopath/2007/PartnerControls"/>
    <ds:schemaRef ds:uri="c3065b03-63e4-46e9-a184-869dcdf2add3"/>
    <ds:schemaRef ds:uri="1744b007-5b97-4799-94e5-0198b4667c33"/>
  </ds:schemaRefs>
</ds:datastoreItem>
</file>

<file path=docProps/app.xml><?xml version="1.0" encoding="utf-8"?>
<Properties xmlns="http://schemas.openxmlformats.org/officeDocument/2006/extended-properties" xmlns:vt="http://schemas.openxmlformats.org/officeDocument/2006/docPropsVTypes">
  <TotalTime>436</TotalTime>
  <Words>584</Words>
  <Application>Microsoft Office PowerPoint</Application>
  <PresentationFormat>Widescreen</PresentationFormat>
  <Paragraphs>77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Thème Office</vt:lpstr>
      <vt:lpstr>TITRE-86_</vt:lpstr>
      <vt:lpstr>SOMMAIRE_</vt:lpstr>
      <vt:lpstr>INTERCALAIRE_</vt:lpstr>
      <vt:lpstr>TITRE-86_</vt:lpstr>
      <vt:lpstr>TITRE-86_</vt:lpstr>
      <vt:lpstr>TITRE-86_</vt:lpstr>
      <vt:lpstr>CHIFFRES CLÉS_</vt:lpstr>
      <vt:lpstr>CHIFFRES CLÉS_</vt:lpstr>
      <vt:lpstr>CHIFFRES CLÉS_</vt:lpstr>
      <vt:lpstr>PowerPoint Presentation</vt:lpstr>
      <vt:lpstr>CITATION_</vt:lpstr>
      <vt:lpstr>CHARTE GRAPHIQUE_</vt:lpstr>
      <vt:lpstr>CHARTE GRAPHIQUE_</vt:lpstr>
      <vt:lpstr>CHARTE GRAPHIQUE_</vt:lpstr>
      <vt:lpstr>CHARTE GRAPHIQUE_</vt:lpstr>
      <vt:lpstr>CHARTE GRAPHIQUE_</vt:lpstr>
      <vt:lpstr>CHARTE GRAPHIQUE_</vt:lpstr>
      <vt:lpstr>CHARTE GRAPHIQUE_</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Nau</dc:creator>
  <cp:lastModifiedBy>Jonathan Nau</cp:lastModifiedBy>
  <cp:revision>9</cp:revision>
  <dcterms:created xsi:type="dcterms:W3CDTF">2025-09-01T08:55:42Z</dcterms:created>
  <dcterms:modified xsi:type="dcterms:W3CDTF">2025-09-02T07:08:43Z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0x010100E7F6DA77CF9D1241BDDD9C65724520E9</vt:lpwstr>
  </property>
  <property fmtid="{D5CDD505-2E9C-101B-9397-08002B2CF9AE}" pid="3" name="MediaServiceImageTags">
    <vt:lpwstr/>
  </property>
</Properties>
</file>